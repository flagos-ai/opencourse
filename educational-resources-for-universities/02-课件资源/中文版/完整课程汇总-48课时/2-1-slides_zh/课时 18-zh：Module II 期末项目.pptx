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同学们好，欢迎来到智能计算系统软硬件基础课程 。本课程由北京大学与智源研究院共同建设。今天我们将开启模块二的期末项目介绍。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本次第十八讲的核心内容是模块二的期末项目 。在这个项目中，我们需要完成基于RMSNorm与残差连接的融合算子开发 。这是一个非常贴近当前大模型底层硬件特性与计算优化的实战任务。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我们先来整体回顾一下课程的项目安排 。第五课时我们完成了环境搭建与工具链验证实验 。第九课时大家通过编写Softmax算子完成了期中个人项目 。今天第十八课时，我们将布置RMSNorm与残差融合的期末个人项目，要求性能达到基准的百分之九十 。后续第二十七课时还有关于编译器优化路径的贡献任务 。第三十六课时则是三人小组合作的七百亿参数多机分布式训练项目 。最后我们会进行大项目答辩，重点考察方案可行性与真实进展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接下来详细说明本次期末项目 。当前大型语言模型比如Llama系列中，RMSNorm与残差连接是核心组件 。将这两个操作融合为一个算子，可以显著减少高带宽内存的访问次数，这是算子融合优化的经典场景 。你们的目标是使用Triton实现加法与归一化的融合 。该算子需要支持单精度和bfloat16数据类型，并兼容任意维度的输入 。正确性方面，要求与PyTorch逐步计算的结果绝对误差小于十的负五次方 。性能方面，在四千零九十六乘四千零九十六的矩阵维度下，吞吐量必须达到FlagGems开源实现基准的百分之九十以上 。学有余力的同学还可以挑战实现反向传播的梯度计算算子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具体的实现要求分为代码规范和性能分析两部分 。前向算子需要在一次内核执行中完成加法与归一化，确保对高带宽内存只进行一次读写 。建议使用Triton内置的平方根倒数指令加速数值计算 。同时需要正确处理维度不对齐时的掩码加载问题 。对于bfloat16格式，内部累加必须转换为单精度浮点数以保证运算精度 。此外，大家必须提交详尽的性能分析报告 。其中要包含使用Nsight Compute生成的Roofline分析图，用来直观展示算子的算术强度与显存带宽瓶颈 。报告还需要对比不同线程块大小对吞吐量的影响，并量化融合算子相比于分步执行在内核启动开销上的具体收益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本次项目的提交物必须包含四个文件 。一是包含完整逻辑的融合算子代码，二是可复现的性能基准测试脚本，三是不超过六页的性能分析与架构设计报告 。评分标准非常明确，单精度和半精度全部通过正确性验证占三十分 。性能达到基准百分之九十可获满分三十分，百分之七十五到九十之间得二十分 。包含Roofline图和深入分析的优化报告占二十五分 。代码注释完整且无硬编码的工程质量占十分 。完成进阶反向传播且梯度验证正确的同学可获得额外五分加分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为了帮助大家更好地理解底层算子在整个宏观生态中的位置，我们来看看FlagOS统一人工智能系统软件栈 。在最上层是各类大模型，包括语言模型、多模态模型和具身智能模型 。中间层除了主流深度学习框架，还包含核心的开源算子与编译工具链。比如我们本次性能对标的FlagGems通用大模型算子库，以及负责中间表示层优化的FlagTree统一编译器和FlagScale分布式并行框架 。这套软件栈向下屏蔽硬件差异，支持英伟达图形处理器、各类神经网络处理器以及精简指令集架构硬件，最终广泛部署于数据中心、机器人和边缘推理设备等多种场景 。这也是我们学习算子开发的终极意义所在。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本次期末项目的背景、目标与工程考核要求就介绍到这里。屏幕上是相关的开源项目地址和技术社区入口，大家在开发和调试过程中可以前往获取底层的参考实现与技术文档 。期待看到大家写出极其高效的硬件融合算子。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感谢大家的聆听，下课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5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12.jpeg" Type="http://schemas.openxmlformats.org/officeDocument/2006/relationships/image"/><Relationship Id="rId13" Target="../media/image13.pn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18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Module II 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期末项目</a:t>
            </a:r>
            <a:b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RMSNorm + Residual 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融合算子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课程项目概览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82015" y="1676575"/>
          <a:ext cx="10427970" cy="41484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41705"/>
                <a:gridCol w="4256405"/>
                <a:gridCol w="1414145"/>
                <a:gridCol w="3815715"/>
              </a:tblGrid>
              <a:tr h="583565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700" spc="13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课时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700" spc="13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项目名称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700" spc="13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类型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700" spc="13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核心考核点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356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环境搭建与工具链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实验课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四阶段操作验证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实验报告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356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Softmax Kernel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（期中）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个人项目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正确性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40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性能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70%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门槛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356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RMSNorm+Residual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融合（期末）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个人项目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性能需达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FlagGems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基准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90%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4709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FlagTree Pass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贡献（期末）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个人项目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三方向任选，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FileCheck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测试验证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356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7B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多机分布式训练（期末）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人小组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三种并行策略对比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线性加速比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356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46-47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大项目答辩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小组答辩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方案可行性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b="false" i="false" strike="noStrike" u="none" sz="1500" spc="12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进展真实性</a:t>
                      </a:r>
                      <a:endParaRPr lang="en-US" sz="1100"/>
                    </a:p>
                  </a:txBody>
                  <a:tcPr anchor="ctr" marL="177800" marR="177800" marT="107950" marB="10795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项目概述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RMSNorm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Root Mean Square Normalization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）与残差连接（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Residual Connection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）是现代大型语言模型（如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LLaMA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系列）的核心组件。将二者融合为单一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可显著减少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HBM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访问次数，是算子融合的经典应用场景。本项目要求学生实现一个高性能融合算子，性能目标为达到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FlagGems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基准实现的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90%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以上。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项目目标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Triton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Add + RMSNorm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融合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，支持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float32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bfloat16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支持任意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[M, N]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为归一化维度，常见取值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4096/8192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正确性：与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PyTorch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逐步计算结果最大绝对误差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&lt; 2e-5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float32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性能：在目标形状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[4096, 4096]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上达到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FlagGems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参考实现吞吐量的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90%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（进阶）支持反向传播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（梯度计算）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实现要求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前向算子规范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关键优化点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单次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完成加法与归一化，仅读写一次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HBM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Triton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tl.rsqrt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完成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RMS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处理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不对齐时的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Mask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加载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bfloat16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，内部以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float32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累加后再转换（精度保证）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性能分析报告（必须包含）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Nsight Compute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Roofline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分析图：显示算子的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Arithmetic Intensity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BLOCK_SIZE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64/128/256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）下的吞吐量对比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与非融合（分步执行）实现的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Launch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开销对比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014980" y="1323975"/>
          <a:ext cx="8482965" cy="11753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482965"/>
              </a:tblGrid>
              <a:tr h="39179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A527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 fused_add_rms_norm(x, residual, weight, eps=1e-6):</a:t>
                      </a:r>
                      <a:endParaRPr lang="en-US" sz="1100"/>
                    </a:p>
                  </a:txBody>
                  <a:tcPr anchor="t" marL="114300" marR="114300" marT="76200" marB="762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39179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A527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# x, residual: [M, N]  weight: [N]</a:t>
                      </a:r>
                      <a:endParaRPr lang="en-US" sz="1100"/>
                    </a:p>
                  </a:txBody>
                  <a:tcPr anchor="t" marL="114300" marR="114300" marT="76200" marB="762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39179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A527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# 返回 (normed_output, updated_residual)</a:t>
                      </a:r>
                      <a:endParaRPr lang="en-US" sz="1100"/>
                    </a:p>
                  </a:txBody>
                  <a:tcPr anchor="t" marL="114300" marR="114300" marT="76200" marB="762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提交要求与评分标准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提交物清单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fused_rms_norm.py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：完整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Kernel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代码，含正确性测试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benchmark.py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：可复现的性能测试脚本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report.pdf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：不超过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6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页，含设计决策、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NSC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分析结果、性能对比图表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（进阶）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grad_kernel.py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：反向传播实现及梯度验证代码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评分标准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704340" y="3997325"/>
          <a:ext cx="9023985" cy="21799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92425"/>
                <a:gridCol w="1735455"/>
                <a:gridCol w="4396105"/>
              </a:tblGrid>
              <a:tr h="381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考核维度</a:t>
                      </a:r>
                      <a:endParaRPr lang="en-US" sz="1100"/>
                    </a:p>
                  </a:txBody>
                  <a:tcPr anchor="ctr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分值</a:t>
                      </a:r>
                      <a:endParaRPr lang="en-US" sz="1100"/>
                    </a:p>
                  </a:txBody>
                  <a:tcPr anchor="ctr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评分标准</a:t>
                      </a:r>
                      <a:endParaRPr lang="en-US" sz="1100"/>
                    </a:p>
                  </a:txBody>
                  <a:tcPr anchor="ctr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代码正确性（float32/bf16）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两种数据类型均通过精度验证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9410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性能（吞吐量）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≥90% 基准得满分；75%-90% 得 20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优化分析报告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Roofline 图、Block Size 分析、融合收益量化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9410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代码工程质量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注释完整，接口清晰，无硬编码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进阶：反向传播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分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梯度正确且有数值验证</a:t>
                      </a:r>
                      <a:endParaRPr lang="en-US" sz="1100"/>
                    </a:p>
                  </a:txBody>
                  <a:tcPr anchor="t" marL="76200" marR="50800" marT="50800" marB="50800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