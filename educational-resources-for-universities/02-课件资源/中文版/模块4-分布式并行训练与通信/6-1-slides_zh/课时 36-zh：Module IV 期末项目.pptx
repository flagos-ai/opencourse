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3.xml"/>
  <Override ContentType="application/vnd.openxmlformats-officedocument.presentationml.slideLayout+xml" PartName="/ppt/slideLayouts/slideLayout14.xml"/>
  <Override ContentType="application/vnd.openxmlformats-officedocument.presentationml.slideLayout+xml" PartName="/ppt/slideLayouts/slideLayout15.xml"/>
  <Override ContentType="application/vnd.openxmlformats-officedocument.presentationml.slideLayout+xml" PartName="/ppt/slideLayouts/slideLayout16.xml"/>
  <Override ContentType="application/vnd.openxmlformats-officedocument.presentationml.slideLayout+xml" PartName="/ppt/slideLayouts/slideLayout17.xml"/>
  <Override ContentType="application/vnd.openxmlformats-officedocument.presentationml.slideLayout+xml" PartName="/ppt/slideLayouts/slideLayout18.xml"/>
  <Override ContentType="application/vnd.openxmlformats-officedocument.presentationml.slideLayout+xml" PartName="/ppt/slideLayouts/slideLayout19.xml"/>
  <Override ContentType="application/vnd.openxmlformats-officedocument.presentationml.slideLayout+xml" PartName="/ppt/slideLayouts/slideLayout20.xml"/>
  <Override ContentType="application/vnd.openxmlformats-officedocument.presentationml.slideLayout+xml" PartName="/ppt/slideLayouts/slideLayout21.xml"/>
  <Override ContentType="application/vnd.openxmlformats-officedocument.presentationml.slideLayout+xml" PartName="/ppt/slideLayouts/slideLayout22.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Id id="256" r:id="rId9"/>
    <p:sldId id="257" r:id="rId10"/>
    <p:sldId id="258" r:id="rId11"/>
    <p:sldId id="259" r:id="rId12"/>
    <p:sldId id="260" r:id="rId13"/>
    <p:sldId id="261" r:id="rId14"/>
    <p:sldId id="262" r:id="rId15"/>
    <p:sldId id="263" r:id="rId16"/>
    <p:sldId id="264" r:id="rId17"/>
    <p:sldId id="265" r:id="rId18"/>
  </p:sldIdLst>
  <p:sldSz cx="12192000" cy="685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2.xml" Type="http://schemas.openxmlformats.org/officeDocument/2006/relationships/slide"/><Relationship Id="rId11" Target="slides/slide3.xml" Type="http://schemas.openxmlformats.org/officeDocument/2006/relationships/slide"/><Relationship Id="rId12" Target="slides/slide4.xml" Type="http://schemas.openxmlformats.org/officeDocument/2006/relationships/slide"/><Relationship Id="rId13" Target="slides/slide5.xml" Type="http://schemas.openxmlformats.org/officeDocument/2006/relationships/slide"/><Relationship Id="rId14" Target="slides/slide6.xml" Type="http://schemas.openxmlformats.org/officeDocument/2006/relationships/slide"/><Relationship Id="rId15" Target="slides/slide7.xml" Type="http://schemas.openxmlformats.org/officeDocument/2006/relationships/slide"/><Relationship Id="rId16" Target="slides/slide8.xml" Type="http://schemas.openxmlformats.org/officeDocument/2006/relationships/slide"/><Relationship Id="rId17" Target="slides/slide9.xml" Type="http://schemas.openxmlformats.org/officeDocument/2006/relationships/slide"/><Relationship Id="rId18" Target="slides/slide10.xml" Type="http://schemas.openxmlformats.org/officeDocument/2006/relationships/slide"/><Relationship Id="rId19" Target="notesSlides/notesSlide1.xml" Type="http://schemas.openxmlformats.org/officeDocument/2006/relationships/notesSlide"/><Relationship Id="rId2" Target="viewProps.xml" Type="http://schemas.openxmlformats.org/officeDocument/2006/relationships/viewProps"/><Relationship Id="rId20" Target="notesSlides/notesSlide2.xml" Type="http://schemas.openxmlformats.org/officeDocument/2006/relationships/notesSlide"/><Relationship Id="rId21" Target="notesSlides/notesSlide3.xml" Type="http://schemas.openxmlformats.org/officeDocument/2006/relationships/notesSlide"/><Relationship Id="rId22" Target="notesSlides/notesSlide4.xml" Type="http://schemas.openxmlformats.org/officeDocument/2006/relationships/notesSlide"/><Relationship Id="rId23" Target="notesSlides/notesSlide5.xml" Type="http://schemas.openxmlformats.org/officeDocument/2006/relationships/notesSlide"/><Relationship Id="rId24" Target="notesSlides/notesSlide6.xml" Type="http://schemas.openxmlformats.org/officeDocument/2006/relationships/notesSlide"/><Relationship Id="rId25" Target="notesSlides/notesSlide7.xml" Type="http://schemas.openxmlformats.org/officeDocument/2006/relationships/notesSlide"/><Relationship Id="rId26" Target="notesSlides/notesSlide8.xml" Type="http://schemas.openxmlformats.org/officeDocument/2006/relationships/notesSlide"/><Relationship Id="rId27" Target="notesSlides/notesSlide9.xml" Type="http://schemas.openxmlformats.org/officeDocument/2006/relationships/notesSlide"/><Relationship Id="rId28" Target="notesSlides/notesSlide10.xml" Type="http://schemas.openxmlformats.org/officeDocument/2006/relationships/notesSlide"/><Relationship Id="rId3" Target="presProps.xml" Type="http://schemas.openxmlformats.org/officeDocument/2006/relationships/presProps"/><Relationship Id="rId4" Target="slideMasters/slideMaster1.xml" Type="http://schemas.openxmlformats.org/officeDocument/2006/relationships/slideMaster"/><Relationship Id="rId6" Target="notesMasters/notesMaster1.xml" Type="http://schemas.openxmlformats.org/officeDocument/2006/relationships/notesMaster"/><Relationship Id="rId7" Target="theme/theme2.xml" Type="http://schemas.openxmlformats.org/officeDocument/2006/relationships/theme"/><Relationship Id="rId8" Target="slideMasters/slideMaster2.xml" Type="http://schemas.openxmlformats.org/officeDocument/2006/relationships/slideMaster"/><Relationship Id="rId9" Target="slides/slide1.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各位同学大家好，欢迎来到智能计算系统软硬件基础这门课。今天我们将重点讨论本学期的期末大项目。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今天是第三十六讲，也就是模块四的核心内容。我们将详细介绍期末项目，具体任务是完成一个七十亿参数规模大模型的多机分布式训练。这是一个极具挑战性且高度贴合工业界实际需求的工程实践。</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在深入介绍期末项目前，我们先回顾一下本学期的所有课程项目。大家之前已经完成了环境搭建和期中的算子开发。到了期末阶段，大家需要完成个人项目，比如均方根层归一化与残差连接融合算子开发，或者编译器优化路径贡献。而我们今天要讲的七十亿参数多机分布式训练是一个三人小组项目。它将重点考察大家对不同并行策略的理解，以及多节点集群下的线性加速比分析能力。最后我们还会安排大项目答辩，检验方案的可行性与项目的真实进展。</a:t>
            </a:r>
          </a:p>
          <a:p>
            <a:pPr algn="l" indent="0">
              <a:lnSpc>
                <a:spcPct val="100000"/>
              </a:lnSpc>
            </a:p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接下来我们看这个项目的具体概述。大规模语言模型训练是对大家分布式系统工程能力的综合大考。在这个项目中，你们需要以三人为一组，利用开源框架在多机GPU集群上部署类似于大语言模型架构的七十亿参数模型训练任务。核心目标包括：第一，至少在两台八卡节点上成功拉起分布式训练；第二，配置并对比至少两种不同的并行策略组合，比如纯数据并行对比张量并行加流水线并行；第三，替换默认的通信后端，观察通信性能的变化；第四，准确测量训练吞吐量、线性加速比和峰值显存。学有余力的同学还可以挑战模拟节点故障并验证断点恢复功能。</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为了保证大家顺利推进，我们将项目分解为几个必做任务。任务一是环境部署与集群配置。你们需要先打通多节点的免密登录并挂载共享存储，随后安装训练框架验证单机单卡训练是否跑通，接着配置通信后端并验证集合通信原语的基本功能。任务二是并行策略配置与实验。这里要求大家运行三组对比实验。实验组一是十六张卡的纯数据并行。实验组二是混合并行，具体配置为张量并行度为四，流水线并行度为二，数据并行度为二。实验组三则是利用框架的自动划分功能来实现混合并行配置。</a:t>
            </a:r>
          </a:p>
          <a:p>
            <a:pPr algn="l" indent="0">
              <a:lnSpc>
                <a:spcPct val="100000"/>
              </a:lnSpc>
            </a:p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任务三聚焦于显存优化技术的应用。大家需要开启梯度检查点功能，并量化记录它所节省的显存开销。选做部分是开启将计算卸载到CPU的功能，评估这一操作对整体吞吐量造成的性能折损。任务四是性能数据的收集与深度分析。你们必须提交三种策略下的单卡训练吞吐量，通过实际加速比除以理论加速比计算出线性加速比，并在训练过程中采样峰值显存。此外还需要通过分析底层日志来评估通信开销在整个训练周期中的占比。</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关于最终的提交与考核标准。你们需要提交配置文件夹、启动与监控脚本、包含性能数据的表格文件，以及一份不超过十页的分析报告，报告里必须包含架构图和性能对比图。如果做了容错恢复还要附带录屏演示。评分占比是这样的：任务成功运行占二十五分，要求稳定跑满一百步；并行策略对比分析最为核心占三十分；通信库集成与分析占二十分；显存优化实验占十五分；最后报告质量占十分。请大家务必用数据说话，确保结论有理有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solidFill>
                  <a:srgbClr val="000000">
                    <a:alpha val="100000"/>
                  </a:srgbClr>
                </a:solidFill>
              </a:defRPr>
            </a:lvl1pPr>
          </a:lstStyle>
          <a:p>
            <a:pPr algn="l" indent="0">
              <a:lnSpc>
                <a:spcPct val="100000"/>
              </a:lnSpc>
            </a:pPr>
            <a:r>
              <a:rPr lang="en-US" b="false" i="false" strike="noStrike" u="none" sz="1200">
                <a:solidFill>
                  <a:srgbClr val="000000"/>
                </a:solidFill>
              </a:rPr>
              <a:t>为了支撑上述复杂的分布式训练任务，我们引入了统一系统软件栈。从这张架构图可以看出，该软件栈向下兼容英伟达以及各类深度学习加速器等异构芯片架构，向上支持大语言模型、多模态以及具身智能等多场景应用。它的核心开源库正是我们项目中要深度使用的工具。比如通用的算子库、训练推理并行框架、统一编译器以及通信库。大家在项目中遇到算力利用率或通信瓶颈时，要多从这一套软硬件协同的系统栈底层去寻找优化灵感。</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这一页为大家提供了一些重要的拓展资源。包含了官方开源代码仓库的地址、技术解析的视频专栏以及官方网站。如果在项目攻坚过程中遇到具体的接口调用问题或系统底层机制的疑惑，推荐大家扫码关注并查阅最新的官方文档与社区讨论，这会对你们按时完成大项目大有裨益。</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本次期末大项目的要求就布置到这里。希望大家在这个项目中能真正将体系结构与系统软件底层的知识融会贯通，祝大家顺利完成项目，下课。</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Layouts/_rels/slideLayout13.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4.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5.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6.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7.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1.png" Type="http://schemas.openxmlformats.org/officeDocument/2006/relationships/image"/></Relationships>
</file>

<file path=ppt/slideLayouts/_rels/slideLayout18.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1.png" Type="http://schemas.openxmlformats.org/officeDocument/2006/relationships/image"/></Relationships>
</file>

<file path=ppt/slideLayouts/_rels/slideLayout19.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1.png" Type="http://schemas.openxmlformats.org/officeDocument/2006/relationships/image"/></Relationships>
</file>

<file path=ppt/slideLayouts/_rels/slideLayout20.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21.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2.png" Type="http://schemas.openxmlformats.org/officeDocument/2006/relationships/image"/><Relationship Id="rId3" Target="../media/image3.png" Type="http://schemas.openxmlformats.org/officeDocument/2006/relationships/image"/></Relationships>
</file>

<file path=ppt/slideLayouts/_rels/slideLayout22.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2.png" Type="http://schemas.openxmlformats.org/officeDocument/2006/relationships/image"/><Relationship Id="rId3" Target="../media/image3.png" Type="http://schemas.openxmlformats.org/officeDocument/2006/relationships/image"/></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true">
          <a:blip r:embed="rId2">
            <a:lum/>
          </a:blip>
          <a:srcRect/>
          <a:stretch>
            <a:fillRect l="0" r="0" t="0" b="0"/>
          </a:stretch>
        </a:blipFill>
        <a:effectLst/>
      </p:bgPr>
    </p:bg>
    <p:spTree>
      <p:nvGrpSpPr>
        <p:cNvPr id="1" name=""/>
        <p:cNvGrpSpPr/>
        <p:nvPr/>
      </p:nvGrpSpPr>
      <p:grpSpPr>
        <a:xfrm>
          <a:off x="0" y="0"/>
          <a:ext cx="0" cy="0"/>
          <a:chOff x="0" y="0"/>
          <a:chExt cx="0" cy="0"/>
        </a:xfrm>
      </p:grpSpPr>
      <p:sp>
        <p:nvSpPr>
          <p:cNvPr name="AutoShape 2" id="2"/>
          <p:cNvSpPr/>
          <p:nvPr>
            <p:ph idx="5" type="body" sz="quarter" hasCustomPrompt="true"/>
          </p:nvPr>
        </p:nvSpPr>
        <p:spPr>
          <a:xfrm rot="0" flipH="false" flipV="false">
            <a:off x="1260390" y="1895447"/>
            <a:ext cx="10392032" cy="2387600"/>
          </a:xfrm>
          <a:prstGeom prst="rect">
            <a:avLst/>
          </a:prstGeom>
          <a:noFill/>
          <a:ln w="12700">
            <a:noFill/>
            <a:prstDash val="solid"/>
          </a:ln>
        </p:spPr>
        <p:txBody>
          <a:bodyPr anchor="ctr" wrap="square" lIns="91440" rIns="91440" tIns="45720" bIns="45720">
            <a:normAutofit lnSpcReduction="0"/>
          </a:bodyPr>
          <a:lstStyle>
            <a:lvl1pPr algn="ctr">
              <a:lnSpc>
                <a:spcPct val="100000"/>
              </a:lnSpc>
              <a:defRPr sz="5100" b="false" i="false" u="none" strike="noStrike" spc="0">
                <a:solidFill>
                  <a:srgbClr val="262626">
                    <a:alpha val="100000"/>
                  </a:srgbClr>
                </a:solidFill>
                <a:latin typeface="微软雅黑"/>
              </a:defRPr>
            </a:lvl1pPr>
          </a:lstStyle>
          <a:p>
            <a:pPr algn="ctr" indent="0">
              <a:lnSpc>
                <a:spcPct val="100000"/>
              </a:lnSpc>
              <a:spcBef>
                <a:spcPts val="1500"/>
              </a:spcBef>
            </a:pPr>
            <a:r>
              <a:rPr lang="en-US" b="false" i="false" strike="noStrike" u="none" sz="5100">
                <a:solidFill>
                  <a:srgbClr val="262626"/>
                </a:solidFill>
                <a:latin typeface="微软雅黑"/>
                <a:ea typeface="微软雅黑"/>
                <a:cs typeface="微软雅黑"/>
                <a:sym typeface="微软雅黑"/>
              </a:rPr>
              <a:t>单击此处编辑母版标题样式</a:t>
            </a:r>
          </a:p>
        </p:txBody>
      </p:sp>
      <p:grpSp>
        <p:nvGrpSpPr>
          <p:cNvPr name="Group 3" id="3"/>
          <p:cNvGrpSpPr/>
          <p:nvPr/>
        </p:nvGrpSpPr>
        <p:grpSpPr>
          <a:xfrm>
            <a:off x="9221415" y="158476"/>
            <a:ext cx="2580450" cy="547850"/>
            <a:chOff x="9221415" y="158476"/>
            <a:chExt cx="2580450" cy="547850"/>
          </a:xfrm>
        </p:grpSpPr>
        <p:pic>
          <p:nvPicPr>
            <p:cNvPr name="Picture 4" id="4"/>
            <p:cNvPicPr>
              <a:picLocks noChangeAspect="true"/>
            </p:cNvPicPr>
            <p:nvPr/>
          </p:nvPicPr>
          <p:blipFill>
            <a:blip r:embed="rId3"/>
            <a:srcRect l="0" r="0" t="0" b="0"/>
            <a:stretch>
              <a:fillRect/>
            </a:stretch>
          </p:blipFill>
          <p:spPr>
            <a:xfrm rot="0" flipH="false" flipV="false">
              <a:off x="9221415" y="260529"/>
              <a:ext cx="1096400" cy="336123"/>
            </a:xfrm>
            <a:prstGeom prst="rect">
              <a:avLst/>
            </a:prstGeom>
            <a:ln w="12700">
              <a:noFill/>
              <a:prstDash val="solid"/>
            </a:ln>
          </p:spPr>
        </p:pic>
        <p:pic>
          <p:nvPicPr>
            <p:cNvPr name="Picture 5" id="5"/>
            <p:cNvPicPr>
              <a:picLocks noChangeAspect="true"/>
            </p:cNvPicPr>
            <p:nvPr/>
          </p:nvPicPr>
          <p:blipFill>
            <a:blip r:embed="rId4"/>
            <a:srcRect l="13229" r="10430" t="29812" b="29795"/>
            <a:stretch>
              <a:fillRect/>
            </a:stretch>
          </p:blipFill>
          <p:spPr>
            <a:xfrm rot="0" flipH="false" flipV="false">
              <a:off x="10527164" y="158476"/>
              <a:ext cx="1274701" cy="547850"/>
            </a:xfrm>
            <a:prstGeom prst="rect">
              <a:avLst/>
            </a:prstGeom>
            <a:ln w="12700">
              <a:noFill/>
              <a:prstDash val="solid"/>
            </a:ln>
          </p:spPr>
        </p:pic>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上下">
    <p:spTree>
      <p:nvGrpSpPr>
        <p:cNvPr id="1" name=""/>
        <p:cNvGrpSpPr/>
        <p:nvPr/>
      </p:nvGrpSpPr>
      <p:grpSpPr>
        <a:xfrm>
          <a:off x="0" y="0"/>
          <a:ext cx="0" cy="0"/>
          <a:chOff x="0" y="0"/>
          <a:chExt cx="0" cy="0"/>
        </a:xfrm>
      </p:grpSpPr>
      <p:sp>
        <p:nvSpPr>
          <p:cNvPr name="AutoShape 2" id="2"/>
          <p:cNvSpPr/>
          <p:nvPr>
            <p:ph idx="6" type="body" sz="quarter" hasCustomPrompt="true"/>
          </p:nvPr>
        </p:nvSpPr>
        <p:spPr>
          <a:xfrm rot="0" flipH="false" flipV="false">
            <a:off x="741404" y="431629"/>
            <a:ext cx="9987507" cy="700925"/>
          </a:xfrm>
          <a:prstGeom prst="rect">
            <a:avLst/>
          </a:prstGeom>
          <a:noFill/>
          <a:ln w="12700">
            <a:noFill/>
            <a:prstDash val="solid"/>
          </a:ln>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单击此处编辑母版标题样式</a:t>
            </a:r>
          </a:p>
        </p:txBody>
      </p:sp>
      <p:sp>
        <p:nvSpPr>
          <p:cNvPr name="AutoShape 3" id="3"/>
          <p:cNvSpPr/>
          <p:nvPr>
            <p:ph idx="7" type="body" sz="quarter" hasCustomPrompt="true"/>
          </p:nvPr>
        </p:nvSpPr>
        <p:spPr>
          <a:xfrm rot="0" flipH="false" flipV="false">
            <a:off x="523873" y="6356351"/>
            <a:ext cx="11277601" cy="365125"/>
          </a:xfrm>
          <a:prstGeom prst="rect">
            <a:avLst/>
          </a:prstGeom>
          <a:noFill/>
          <a:ln w="12700">
            <a:noFill/>
            <a:prstDash val="solid"/>
          </a:ln>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页脚</a:t>
            </a:r>
          </a:p>
        </p:txBody>
      </p:sp>
      <p:sp>
        <p:nvSpPr>
          <p:cNvPr name="AutoShape 4" id="4"/>
          <p:cNvSpPr/>
          <p:nvPr>
            <p:ph idx="8" type="body" sz="quarter" hasCustomPrompt="true"/>
          </p:nvPr>
        </p:nvSpPr>
        <p:spPr>
          <a:xfrm rot="0" flipH="false" flipV="false">
            <a:off x="1" y="593458"/>
            <a:ext cx="419099" cy="365125"/>
          </a:xfrm>
          <a:prstGeom prst="rect">
            <a:avLst/>
          </a:prstGeom>
          <a:noFill/>
          <a:ln w="12700">
            <a:noFill/>
            <a:prstDash val="solid"/>
          </a:ln>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a:t>
            </a:r>
          </a:p>
        </p:txBody>
      </p:sp>
      <p:sp>
        <p:nvSpPr>
          <p:cNvPr name="AutoShape 5" id="5"/>
          <p:cNvSpPr/>
          <p:nvPr>
            <p:ph idx="9" type="body" sz="quarter" hasCustomPrompt="true"/>
          </p:nvPr>
        </p:nvSpPr>
        <p:spPr>
          <a:xfrm rot="0" flipH="false" flipV="false">
            <a:off x="523874" y="1323975"/>
            <a:ext cx="11277601" cy="4852988"/>
          </a:xfrm>
          <a:prstGeom prst="rect">
            <a:avLst/>
          </a:prstGeom>
          <a:noFill/>
          <a:ln w="12700">
            <a:noFill/>
            <a:prstDash val="solid"/>
          </a:ln>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编辑母版文本样式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第二级</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第三级</a:t>
            </a:r>
          </a:p>
          <a:p>
            <a:pPr algn="l" indent="-152400" lvl="3" marL="1181100">
              <a:lnSpc>
                <a:spcPct val="100000"/>
              </a:lnSpc>
              <a:spcBef>
                <a:spcPts val="750"/>
              </a:spcBef>
              <a:buClr>
                <a:srgbClr val="404040"/>
              </a:buClr>
              <a:buChar char="•"/>
            </a:pPr>
            <a:r>
              <a:rPr lang="en-US" b="false" i="false" strike="noStrike" u="none" sz="1200">
                <a:solidFill>
                  <a:srgbClr val="404040"/>
                </a:solidFill>
                <a:latin typeface="微软雅黑"/>
                <a:ea typeface="微软雅黑"/>
                <a:cs typeface="微软雅黑"/>
                <a:sym typeface="微软雅黑"/>
              </a:rPr>
              <a:t>第四级</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两栏内容">
    <p:spTree>
      <p:nvGrpSpPr>
        <p:cNvPr id="1" name=""/>
        <p:cNvGrpSpPr/>
        <p:nvPr/>
      </p:nvGrpSpPr>
      <p:grpSpPr>
        <a:xfrm>
          <a:off x="0" y="0"/>
          <a:ext cx="0" cy="0"/>
          <a:chOff x="0" y="0"/>
          <a:chExt cx="0" cy="0"/>
        </a:xfrm>
      </p:grpSpPr>
      <p:sp>
        <p:nvSpPr>
          <p:cNvPr name="AutoShape 2" id="2"/>
          <p:cNvSpPr/>
          <p:nvPr>
            <p:ph idx="10" type="body" sz="quarter" hasCustomPrompt="true"/>
          </p:nvPr>
        </p:nvSpPr>
        <p:spPr>
          <a:xfrm rot="0" flipH="false" flipV="false">
            <a:off x="741404" y="431629"/>
            <a:ext cx="9987507" cy="700925"/>
          </a:xfrm>
          <a:prstGeom prst="rect">
            <a:avLst/>
          </a:prstGeom>
          <a:noFill/>
          <a:ln w="12700">
            <a:noFill/>
            <a:prstDash val="solid"/>
          </a:ln>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单击此处编辑母版标题样式</a:t>
            </a:r>
          </a:p>
        </p:txBody>
      </p:sp>
      <p:sp>
        <p:nvSpPr>
          <p:cNvPr name="AutoShape 3" id="3"/>
          <p:cNvSpPr/>
          <p:nvPr>
            <p:ph idx="11" type="body" sz="quarter" hasCustomPrompt="true"/>
          </p:nvPr>
        </p:nvSpPr>
        <p:spPr>
          <a:xfrm rot="0" flipH="false" flipV="false">
            <a:off x="1" y="593458"/>
            <a:ext cx="419099" cy="365125"/>
          </a:xfrm>
          <a:prstGeom prst="rect">
            <a:avLst/>
          </a:prstGeom>
          <a:noFill/>
          <a:ln w="12700">
            <a:noFill/>
            <a:prstDash val="solid"/>
          </a:ln>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a:t>
            </a:r>
          </a:p>
        </p:txBody>
      </p:sp>
      <p:sp>
        <p:nvSpPr>
          <p:cNvPr name="AutoShape 4" id="4"/>
          <p:cNvSpPr/>
          <p:nvPr>
            <p:ph idx="12" type="body" sz="quarter" hasCustomPrompt="true"/>
          </p:nvPr>
        </p:nvSpPr>
        <p:spPr>
          <a:xfrm rot="0" flipH="false" flipV="false">
            <a:off x="523873" y="1323976"/>
            <a:ext cx="5591177" cy="4852988"/>
          </a:xfrm>
          <a:prstGeom prst="rect">
            <a:avLst/>
          </a:prstGeom>
          <a:noFill/>
          <a:ln w="12700">
            <a:noFill/>
            <a:prstDash val="solid"/>
          </a:ln>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编辑母版文本样式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第二级</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第三级</a:t>
            </a:r>
          </a:p>
          <a:p>
            <a:pPr algn="l" indent="-152400" lvl="3" marL="1181100">
              <a:lnSpc>
                <a:spcPct val="100000"/>
              </a:lnSpc>
              <a:spcBef>
                <a:spcPts val="750"/>
              </a:spcBef>
              <a:buClr>
                <a:srgbClr val="404040"/>
              </a:buClr>
              <a:buChar char="•"/>
            </a:pPr>
            <a:r>
              <a:rPr lang="en-US" b="false" i="false" strike="noStrike" u="none" sz="1200">
                <a:solidFill>
                  <a:srgbClr val="404040"/>
                </a:solidFill>
                <a:latin typeface="微软雅黑"/>
                <a:ea typeface="微软雅黑"/>
                <a:cs typeface="微软雅黑"/>
                <a:sym typeface="微软雅黑"/>
              </a:rPr>
              <a:t>第四级</a:t>
            </a:r>
          </a:p>
        </p:txBody>
      </p:sp>
      <p:sp>
        <p:nvSpPr>
          <p:cNvPr name="AutoShape 5" id="5"/>
          <p:cNvSpPr/>
          <p:nvPr>
            <p:ph idx="13" type="body" sz="quarter" hasCustomPrompt="true"/>
          </p:nvPr>
        </p:nvSpPr>
        <p:spPr>
          <a:xfrm rot="0" flipH="false" flipV="false">
            <a:off x="523873" y="6356351"/>
            <a:ext cx="11277601" cy="365125"/>
          </a:xfrm>
          <a:prstGeom prst="rect">
            <a:avLst/>
          </a:prstGeom>
          <a:noFill/>
          <a:ln w="12700">
            <a:noFill/>
            <a:prstDash val="solid"/>
          </a:ln>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页脚</a:t>
            </a:r>
          </a:p>
        </p:txBody>
      </p:sp>
      <p:sp>
        <p:nvSpPr>
          <p:cNvPr name="AutoShape 6" id="6"/>
          <p:cNvSpPr/>
          <p:nvPr>
            <p:ph idx="14" type="body" sz="quarter" hasCustomPrompt="true"/>
          </p:nvPr>
        </p:nvSpPr>
        <p:spPr>
          <a:xfrm rot="0" flipH="false" flipV="false">
            <a:off x="6210297" y="1323977"/>
            <a:ext cx="5591177" cy="4856162"/>
          </a:xfrm>
          <a:prstGeom prst="rect">
            <a:avLst/>
          </a:prstGeom>
          <a:noFill/>
          <a:ln w="12700">
            <a:noFill/>
            <a:prstDash val="solid"/>
          </a:ln>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编辑母版文本样式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第二级</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第三级</a:t>
            </a:r>
          </a:p>
          <a:p>
            <a:pPr algn="l" indent="-152400" lvl="3" marL="1181100">
              <a:lnSpc>
                <a:spcPct val="100000"/>
              </a:lnSpc>
              <a:spcBef>
                <a:spcPts val="750"/>
              </a:spcBef>
              <a:buClr>
                <a:srgbClr val="404040"/>
              </a:buClr>
              <a:buChar char="•"/>
            </a:pPr>
            <a:r>
              <a:rPr lang="en-US" b="false" i="false" strike="noStrike" u="none" sz="1200">
                <a:solidFill>
                  <a:srgbClr val="404040"/>
                </a:solidFill>
                <a:latin typeface="微软雅黑"/>
                <a:ea typeface="微软雅黑"/>
                <a:cs typeface="微软雅黑"/>
                <a:sym typeface="微软雅黑"/>
              </a:rPr>
              <a:t>第四级</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左右">
    <p:spTree>
      <p:nvGrpSpPr>
        <p:cNvPr id="1" name=""/>
        <p:cNvGrpSpPr/>
        <p:nvPr/>
      </p:nvGrpSpPr>
      <p:grpSpPr>
        <a:xfrm>
          <a:off x="0" y="0"/>
          <a:ext cx="0" cy="0"/>
          <a:chOff x="0" y="0"/>
          <a:chExt cx="0" cy="0"/>
        </a:xfrm>
      </p:grpSpPr>
      <p:sp>
        <p:nvSpPr>
          <p:cNvPr name="AutoShape 2" id="2"/>
          <p:cNvSpPr/>
          <p:nvPr>
            <p:ph idx="15" type="body" sz="quarter" hasCustomPrompt="true"/>
          </p:nvPr>
        </p:nvSpPr>
        <p:spPr>
          <a:xfrm rot="0" flipH="false" flipV="false">
            <a:off x="666749" y="457201"/>
            <a:ext cx="2771775" cy="5719762"/>
          </a:xfrm>
          <a:prstGeom prst="rect">
            <a:avLst/>
          </a:prstGeom>
          <a:noFill/>
          <a:ln w="12700">
            <a:noFill/>
            <a:prstDash val="solid"/>
          </a:ln>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单击此处编辑母版标题样式</a:t>
            </a:r>
          </a:p>
        </p:txBody>
      </p:sp>
      <p:sp>
        <p:nvSpPr>
          <p:cNvPr name="AutoShape 3" id="3"/>
          <p:cNvSpPr/>
          <p:nvPr>
            <p:ph idx="16" type="body" sz="quarter" hasCustomPrompt="true"/>
          </p:nvPr>
        </p:nvSpPr>
        <p:spPr>
          <a:xfrm rot="0" flipH="false" flipV="false">
            <a:off x="1" y="593458"/>
            <a:ext cx="419099" cy="365125"/>
          </a:xfrm>
          <a:prstGeom prst="rect">
            <a:avLst/>
          </a:prstGeom>
          <a:noFill/>
          <a:ln w="12700">
            <a:noFill/>
            <a:prstDash val="solid"/>
          </a:ln>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a:t>
            </a:r>
          </a:p>
        </p:txBody>
      </p:sp>
      <p:sp>
        <p:nvSpPr>
          <p:cNvPr name="AutoShape 4" id="4"/>
          <p:cNvSpPr/>
          <p:nvPr>
            <p:ph idx="17" type="body" sz="quarter" hasCustomPrompt="true"/>
          </p:nvPr>
        </p:nvSpPr>
        <p:spPr>
          <a:xfrm rot="0" flipH="false" flipV="false">
            <a:off x="3657600" y="457201"/>
            <a:ext cx="8001000" cy="5719763"/>
          </a:xfrm>
          <a:prstGeom prst="rect">
            <a:avLst/>
          </a:prstGeom>
          <a:noFill/>
          <a:ln w="12700">
            <a:noFill/>
            <a:prstDash val="solid"/>
          </a:ln>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编辑母版文本样式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第二级</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第三级</a:t>
            </a:r>
          </a:p>
          <a:p>
            <a:pPr algn="l" indent="-152400" lvl="3" marL="1181100">
              <a:lnSpc>
                <a:spcPct val="100000"/>
              </a:lnSpc>
              <a:spcBef>
                <a:spcPts val="750"/>
              </a:spcBef>
              <a:buClr>
                <a:srgbClr val="404040"/>
              </a:buClr>
              <a:buChar char="•"/>
            </a:pPr>
            <a:r>
              <a:rPr lang="en-US" b="false" i="false" strike="noStrike" u="none" sz="1200">
                <a:solidFill>
                  <a:srgbClr val="404040"/>
                </a:solidFill>
                <a:latin typeface="微软雅黑"/>
                <a:ea typeface="微软雅黑"/>
                <a:cs typeface="微软雅黑"/>
                <a:sym typeface="微软雅黑"/>
              </a:rPr>
              <a:t>第四级</a:t>
            </a:r>
          </a:p>
        </p:txBody>
      </p:sp>
      <p:sp>
        <p:nvSpPr>
          <p:cNvPr name="AutoShape 5" id="5"/>
          <p:cNvSpPr/>
          <p:nvPr>
            <p:ph idx="18" type="body" sz="quarter" hasCustomPrompt="true"/>
          </p:nvPr>
        </p:nvSpPr>
        <p:spPr>
          <a:xfrm rot="0" flipH="false" flipV="false">
            <a:off x="523873" y="6356351"/>
            <a:ext cx="11277601" cy="365125"/>
          </a:xfrm>
          <a:prstGeom prst="rect">
            <a:avLst/>
          </a:prstGeom>
          <a:noFill/>
          <a:ln w="12700">
            <a:noFill/>
            <a:prstDash val="solid"/>
          </a:ln>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页脚</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大纲">
    <p:spTree>
      <p:nvGrpSpPr>
        <p:cNvPr id="1" name=""/>
        <p:cNvGrpSpPr/>
        <p:nvPr/>
      </p:nvGrpSpPr>
      <p:grpSpPr>
        <a:xfrm>
          <a:off x="0" y="0"/>
          <a:ext cx="0" cy="0"/>
          <a:chOff x="0" y="0"/>
          <a:chExt cx="0" cy="0"/>
        </a:xfrm>
      </p:grpSpPr>
      <p:sp>
        <p:nvSpPr>
          <p:cNvPr name="AutoShape 2" id="2"/>
          <p:cNvSpPr/>
          <p:nvPr>
            <p:ph idx="19" type="body" sz="quarter" hasCustomPrompt="true"/>
          </p:nvPr>
        </p:nvSpPr>
        <p:spPr>
          <a:xfrm rot="0" flipH="false" flipV="false">
            <a:off x="5452216" y="0"/>
            <a:ext cx="6110447" cy="6858000"/>
          </a:xfrm>
          <a:prstGeom prst="rect">
            <a:avLst/>
          </a:prstGeom>
          <a:noFill/>
          <a:ln w="12700">
            <a:noFill/>
            <a:prstDash val="solid"/>
          </a:ln>
        </p:spPr>
        <p:txBody>
          <a:bodyPr anchor="ctr" wrap="square" lIns="91440" rIns="91440" tIns="45720" bIns="45720">
            <a:noAutofit/>
          </a:bodyPr>
          <a:lstStyle>
            <a:lvl1pPr algn="l">
              <a:lnSpc>
                <a:spcPct val="100000"/>
              </a:lnSpc>
              <a:defRPr sz="2800" b="false" i="false" u="none" strike="noStrike" spc="0">
                <a:solidFill>
                  <a:srgbClr val="404040">
                    <a:alpha val="100000"/>
                  </a:srgbClr>
                </a:solidFill>
                <a:latin typeface="微软雅黑"/>
              </a:defRPr>
            </a:lvl1pPr>
          </a:lstStyle>
          <a:p>
            <a:pPr algn="l" indent="-355600" marL="355600">
              <a:lnSpc>
                <a:spcPct val="100000"/>
              </a:lnSpc>
              <a:spcBef>
                <a:spcPts val="3000"/>
              </a:spcBef>
              <a:buClr>
                <a:srgbClr val="404040"/>
              </a:buClr>
              <a:buChar char="•"/>
            </a:pPr>
            <a:r>
              <a:rPr lang="en-US" b="false" i="false" strike="noStrike" u="none" sz="2800">
                <a:solidFill>
                  <a:srgbClr val="404040"/>
                </a:solidFill>
                <a:latin typeface="微软雅黑"/>
                <a:ea typeface="微软雅黑"/>
                <a:cs typeface="微软雅黑"/>
                <a:sym typeface="微软雅黑"/>
              </a:rPr>
              <a:t>编辑母版文本样式</a:t>
            </a:r>
          </a:p>
          <a:p>
            <a:pPr algn="l" indent="-304800" lvl="1" marL="647700">
              <a:lnSpc>
                <a:spcPct val="100000"/>
              </a:lnSpc>
              <a:spcBef>
                <a:spcPts val="750"/>
              </a:spcBef>
              <a:buClr>
                <a:srgbClr val="404040"/>
              </a:buClr>
              <a:buChar char="•"/>
            </a:pPr>
            <a:r>
              <a:rPr lang="en-US" b="false" i="false" strike="noStrike" u="none" sz="2400">
                <a:solidFill>
                  <a:srgbClr val="404040"/>
                </a:solidFill>
                <a:latin typeface="微软雅黑"/>
                <a:ea typeface="微软雅黑"/>
                <a:cs typeface="微软雅黑"/>
                <a:sym typeface="微软雅黑"/>
              </a:rPr>
              <a:t>第二级</a:t>
            </a:r>
          </a:p>
          <a:p>
            <a:pPr algn="l" indent="-254000" lvl="2" marL="9398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第三级</a:t>
            </a:r>
          </a:p>
          <a:p>
            <a:pPr algn="l" indent="-203200" lvl="3" marL="12319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第四级</a:t>
            </a:r>
          </a:p>
        </p:txBody>
      </p:sp>
      <p:grpSp>
        <p:nvGrpSpPr>
          <p:cNvPr name="Group 3" id="3"/>
          <p:cNvGrpSpPr/>
          <p:nvPr/>
        </p:nvGrpSpPr>
        <p:grpSpPr>
          <a:xfrm>
            <a:off x="3057633" y="31667"/>
            <a:ext cx="9134367" cy="6838951"/>
            <a:chOff x="3057633" y="31667"/>
            <a:chExt cx="9134367" cy="6838951"/>
          </a:xfrm>
        </p:grpSpPr>
        <p:cxnSp>
          <p:nvCxnSpPr>
            <p:cNvPr name="Connector 4" id="4"/>
            <p:cNvCxnSpPr/>
            <p:nvPr/>
          </p:nvCxnSpPr>
          <p:spPr>
            <a:xfrm rot="0" flipH="false" flipV="false">
              <a:off x="3057633" y="31667"/>
              <a:ext cx="0" cy="0"/>
            </a:xfrm>
            <a:prstGeom prst="line">
              <a:avLst/>
            </a:prstGeom>
            <a:solidFill>
              <a:srgbClr val="549E39">
                <a:alpha val="100000"/>
              </a:srgbClr>
            </a:solidFill>
            <a:ln w="12700" cap="flat">
              <a:solidFill>
                <a:srgbClr val="FFFFFF">
                  <a:alpha val="100000"/>
                </a:srgbClr>
              </a:solidFill>
              <a:prstDash val="solid"/>
              <a:miter lim="8000000"/>
              <a:headEnd type="none" w="med" len="med"/>
              <a:tailEnd type="none" w="med" len="med"/>
            </a:ln>
          </p:spPr>
        </p:cxnSp>
        <p:grpSp>
          <p:nvGrpSpPr>
            <p:cNvPr name="Group 5" id="5"/>
            <p:cNvGrpSpPr/>
            <p:nvPr/>
          </p:nvGrpSpPr>
          <p:grpSpPr>
            <a:xfrm>
              <a:off x="11586746" y="4889417"/>
              <a:ext cx="605254" cy="1981201"/>
              <a:chOff x="11586746" y="4889417"/>
              <a:chExt cx="605254" cy="1981201"/>
            </a:xfrm>
          </p:grpSpPr>
          <p:sp>
            <p:nvSpPr>
              <p:cNvPr name="Freeform 6" id="6"/>
              <p:cNvSpPr/>
              <p:nvPr/>
            </p:nvSpPr>
            <p:spPr>
              <a:xfrm rot="0" flipH="false" flipV="false">
                <a:off x="11678257" y="5716505"/>
                <a:ext cx="301824" cy="1154112"/>
              </a:xfrm>
              <a:custGeom>
                <a:avLst/>
                <a:gdLst/>
                <a:ahLst/>
                <a:cxnLst/>
                <a:rect r="r" b="b" t="t" l="l"/>
                <a:pathLst>
                  <a:path h="1154112" w="301824">
                    <a:moveTo>
                      <a:pt x="24082" y="1154113"/>
                    </a:moveTo>
                    <a:lnTo>
                      <a:pt x="0" y="1154113"/>
                    </a:lnTo>
                    <a:lnTo>
                      <a:pt x="0" y="646113"/>
                    </a:lnTo>
                    <a:lnTo>
                      <a:pt x="0" y="646113"/>
                    </a:lnTo>
                    <a:lnTo>
                      <a:pt x="282558" y="0"/>
                    </a:lnTo>
                    <a:lnTo>
                      <a:pt x="301824" y="9525"/>
                    </a:lnTo>
                    <a:lnTo>
                      <a:pt x="24082" y="650875"/>
                    </a:lnTo>
                    <a:lnTo>
                      <a:pt x="24082" y="1154113"/>
                    </a:lnTo>
                    <a:close/>
                  </a:path>
                </a:pathLst>
              </a:custGeom>
              <a:solidFill>
                <a:srgbClr val="549E39">
                  <a:alpha val="100000"/>
                </a:srgbClr>
              </a:solidFill>
              <a:ln w="12700">
                <a:noFill/>
                <a:prstDash val="solid"/>
              </a:ln>
            </p:spPr>
            <p:txBody>
              <a:bodyPr anchor="t" rtlCol="false" wrap="square" lIns="91440" rIns="91440" tIns="45720" bIns="45720">
                <a:noAutofit/>
              </a:bodyPr>
              <a:lstStyle/>
              <a:p>
                <a:pPr algn="ctr">
                  <a:defRPr/>
                </a:pPr>
                <a:endParaRPr/>
              </a:p>
            </p:txBody>
          </p:sp>
          <p:sp>
            <p:nvSpPr>
              <p:cNvPr name="Freeform 7" id="7"/>
              <p:cNvSpPr/>
              <p:nvPr/>
            </p:nvSpPr>
            <p:spPr>
              <a:xfrm rot="0" flipH="false" flipV="false">
                <a:off x="11922285" y="5573630"/>
                <a:ext cx="158940" cy="155575"/>
              </a:xfrm>
              <a:custGeom>
                <a:avLst/>
                <a:gdLst/>
                <a:ahLst/>
                <a:cxnLst/>
                <a:rect r="r" b="b" t="t" l="l"/>
                <a:pathLst>
                  <a:path h="155575" w="158940">
                    <a:moveTo>
                      <a:pt x="81878" y="155575"/>
                    </a:moveTo>
                    <a:cubicBezTo>
                      <a:pt x="38531" y="155575"/>
                      <a:pt x="0" y="117860"/>
                      <a:pt x="0" y="75430"/>
                    </a:cubicBezTo>
                    <a:cubicBezTo>
                      <a:pt x="0" y="33001"/>
                      <a:pt x="38531" y="0"/>
                      <a:pt x="81878" y="0"/>
                    </a:cubicBezTo>
                    <a:cubicBezTo>
                      <a:pt x="125226" y="0"/>
                      <a:pt x="158941" y="33001"/>
                      <a:pt x="158941" y="75430"/>
                    </a:cubicBezTo>
                    <a:cubicBezTo>
                      <a:pt x="158941" y="117860"/>
                      <a:pt x="125226" y="155575"/>
                      <a:pt x="81878" y="155575"/>
                    </a:cubicBezTo>
                    <a:close/>
                    <a:moveTo>
                      <a:pt x="81878" y="18857"/>
                    </a:moveTo>
                    <a:cubicBezTo>
                      <a:pt x="48163" y="18857"/>
                      <a:pt x="19266" y="42429"/>
                      <a:pt x="19266" y="75430"/>
                    </a:cubicBezTo>
                    <a:cubicBezTo>
                      <a:pt x="19266" y="108431"/>
                      <a:pt x="48163" y="136718"/>
                      <a:pt x="81878" y="136718"/>
                    </a:cubicBezTo>
                    <a:cubicBezTo>
                      <a:pt x="110776" y="136718"/>
                      <a:pt x="139675" y="108431"/>
                      <a:pt x="139675" y="75430"/>
                    </a:cubicBezTo>
                    <a:cubicBezTo>
                      <a:pt x="139675" y="42429"/>
                      <a:pt x="110776" y="18857"/>
                      <a:pt x="81878" y="18857"/>
                    </a:cubicBezTo>
                    <a:close/>
                  </a:path>
                </a:pathLst>
              </a:custGeom>
              <a:solidFill>
                <a:srgbClr val="549E39">
                  <a:alpha val="100000"/>
                </a:srgbClr>
              </a:solidFill>
              <a:ln w="12700">
                <a:noFill/>
                <a:prstDash val="solid"/>
              </a:ln>
            </p:spPr>
            <p:txBody>
              <a:bodyPr anchor="t" rtlCol="false" wrap="square" lIns="91440" rIns="91440" tIns="45720" bIns="45720">
                <a:noAutofit/>
              </a:bodyPr>
              <a:lstStyle/>
              <a:p>
                <a:pPr algn="ctr">
                  <a:defRPr/>
                </a:pPr>
                <a:endParaRPr/>
              </a:p>
            </p:txBody>
          </p:sp>
          <p:sp>
            <p:nvSpPr>
              <p:cNvPr name="Freeform 8" id="8"/>
              <p:cNvSpPr/>
              <p:nvPr/>
            </p:nvSpPr>
            <p:spPr>
              <a:xfrm rot="0" flipH="false" flipV="false">
                <a:off x="11784216" y="4889417"/>
                <a:ext cx="191049" cy="188912"/>
              </a:xfrm>
              <a:custGeom>
                <a:avLst/>
                <a:gdLst/>
                <a:ahLst/>
                <a:cxnLst/>
                <a:rect r="r" b="b" t="t" l="l"/>
                <a:pathLst>
                  <a:path h="188912" w="191049">
                    <a:moveTo>
                      <a:pt x="95524" y="188913"/>
                    </a:moveTo>
                    <a:cubicBezTo>
                      <a:pt x="42986" y="188913"/>
                      <a:pt x="0" y="146408"/>
                      <a:pt x="0" y="94456"/>
                    </a:cubicBezTo>
                    <a:cubicBezTo>
                      <a:pt x="0" y="42506"/>
                      <a:pt x="42986" y="0"/>
                      <a:pt x="95524" y="0"/>
                    </a:cubicBezTo>
                    <a:cubicBezTo>
                      <a:pt x="148063" y="0"/>
                      <a:pt x="191049" y="42506"/>
                      <a:pt x="191049" y="94456"/>
                    </a:cubicBezTo>
                    <a:cubicBezTo>
                      <a:pt x="191049" y="146408"/>
                      <a:pt x="148063" y="188913"/>
                      <a:pt x="95524" y="188913"/>
                    </a:cubicBezTo>
                    <a:close/>
                    <a:moveTo>
                      <a:pt x="95524" y="18891"/>
                    </a:moveTo>
                    <a:cubicBezTo>
                      <a:pt x="52539" y="18891"/>
                      <a:pt x="19105" y="51951"/>
                      <a:pt x="19105" y="94456"/>
                    </a:cubicBezTo>
                    <a:cubicBezTo>
                      <a:pt x="19105" y="136962"/>
                      <a:pt x="52539" y="170021"/>
                      <a:pt x="95524" y="170021"/>
                    </a:cubicBezTo>
                    <a:cubicBezTo>
                      <a:pt x="138510" y="170021"/>
                      <a:pt x="171944" y="136962"/>
                      <a:pt x="171944" y="94456"/>
                    </a:cubicBezTo>
                    <a:cubicBezTo>
                      <a:pt x="171944" y="51951"/>
                      <a:pt x="138510" y="18891"/>
                      <a:pt x="95524" y="18891"/>
                    </a:cubicBezTo>
                    <a:close/>
                  </a:path>
                </a:pathLst>
              </a:custGeom>
              <a:solidFill>
                <a:srgbClr val="549E39">
                  <a:alpha val="100000"/>
                </a:srgbClr>
              </a:solidFill>
              <a:ln w="12700">
                <a:noFill/>
                <a:prstDash val="solid"/>
              </a:ln>
            </p:spPr>
            <p:txBody>
              <a:bodyPr anchor="t" rtlCol="false" wrap="square" lIns="91440" rIns="91440" tIns="45720" bIns="45720">
                <a:noAutofit/>
              </a:bodyPr>
              <a:lstStyle/>
              <a:p>
                <a:pPr algn="ctr">
                  <a:defRPr/>
                </a:pPr>
                <a:endParaRPr/>
              </a:p>
            </p:txBody>
          </p:sp>
          <p:sp>
            <p:nvSpPr>
              <p:cNvPr name="Freeform 9" id="9"/>
              <p:cNvSpPr/>
              <p:nvPr/>
            </p:nvSpPr>
            <p:spPr>
              <a:xfrm rot="0" flipH="false" flipV="false">
                <a:off x="11586746" y="5068805"/>
                <a:ext cx="311457" cy="1801812"/>
              </a:xfrm>
              <a:custGeom>
                <a:avLst/>
                <a:gdLst/>
                <a:ahLst/>
                <a:cxnLst/>
                <a:rect r="r" b="b" t="t" l="l"/>
                <a:pathLst>
                  <a:path h="1801812" w="311457">
                    <a:moveTo>
                      <a:pt x="28898" y="1801813"/>
                    </a:moveTo>
                    <a:lnTo>
                      <a:pt x="0" y="1801813"/>
                    </a:lnTo>
                    <a:lnTo>
                      <a:pt x="0" y="561975"/>
                    </a:lnTo>
                    <a:lnTo>
                      <a:pt x="282558" y="280987"/>
                    </a:lnTo>
                    <a:lnTo>
                      <a:pt x="282558" y="0"/>
                    </a:lnTo>
                    <a:lnTo>
                      <a:pt x="311457" y="0"/>
                    </a:lnTo>
                    <a:lnTo>
                      <a:pt x="311457" y="290513"/>
                    </a:lnTo>
                    <a:lnTo>
                      <a:pt x="28898" y="571500"/>
                    </a:lnTo>
                    <a:lnTo>
                      <a:pt x="28898" y="1801813"/>
                    </a:lnTo>
                    <a:close/>
                  </a:path>
                </a:pathLst>
              </a:custGeom>
              <a:solidFill>
                <a:srgbClr val="549E39">
                  <a:alpha val="100000"/>
                </a:srgbClr>
              </a:solidFill>
              <a:ln w="12700">
                <a:noFill/>
                <a:prstDash val="solid"/>
              </a:ln>
            </p:spPr>
            <p:txBody>
              <a:bodyPr anchor="t" rtlCol="false" wrap="square" lIns="91440" rIns="91440" tIns="45720" bIns="45720">
                <a:noAutofit/>
              </a:bodyPr>
              <a:lstStyle/>
              <a:p>
                <a:pPr algn="ctr">
                  <a:defRPr/>
                </a:pPr>
                <a:endParaRPr/>
              </a:p>
            </p:txBody>
          </p:sp>
          <p:sp>
            <p:nvSpPr>
              <p:cNvPr name="Freeform 10" id="10"/>
              <p:cNvSpPr/>
              <p:nvPr/>
            </p:nvSpPr>
            <p:spPr>
              <a:xfrm rot="0" flipH="false" flipV="false">
                <a:off x="11999346" y="6438817"/>
                <a:ext cx="192654" cy="188913"/>
              </a:xfrm>
              <a:custGeom>
                <a:avLst/>
                <a:gdLst/>
                <a:ahLst/>
                <a:cxnLst/>
                <a:rect r="r" b="b" t="t" l="l"/>
                <a:pathLst>
                  <a:path h="188913" w="192654">
                    <a:moveTo>
                      <a:pt x="96327" y="188913"/>
                    </a:moveTo>
                    <a:cubicBezTo>
                      <a:pt x="43348" y="188913"/>
                      <a:pt x="0" y="146408"/>
                      <a:pt x="0" y="94456"/>
                    </a:cubicBezTo>
                    <a:cubicBezTo>
                      <a:pt x="0" y="42506"/>
                      <a:pt x="43348" y="0"/>
                      <a:pt x="96327" y="0"/>
                    </a:cubicBezTo>
                    <a:cubicBezTo>
                      <a:pt x="149306" y="0"/>
                      <a:pt x="192654" y="42506"/>
                      <a:pt x="192654" y="94456"/>
                    </a:cubicBezTo>
                    <a:cubicBezTo>
                      <a:pt x="192654" y="146408"/>
                      <a:pt x="149306" y="188913"/>
                      <a:pt x="96327" y="188913"/>
                    </a:cubicBezTo>
                    <a:close/>
                    <a:moveTo>
                      <a:pt x="96327" y="18891"/>
                    </a:moveTo>
                    <a:cubicBezTo>
                      <a:pt x="57796" y="18891"/>
                      <a:pt x="19266" y="51951"/>
                      <a:pt x="19266" y="94456"/>
                    </a:cubicBezTo>
                    <a:cubicBezTo>
                      <a:pt x="19266" y="136962"/>
                      <a:pt x="57796" y="170021"/>
                      <a:pt x="96327" y="170021"/>
                    </a:cubicBezTo>
                    <a:cubicBezTo>
                      <a:pt x="139675" y="170021"/>
                      <a:pt x="173388" y="136962"/>
                      <a:pt x="173388" y="94456"/>
                    </a:cubicBezTo>
                    <a:cubicBezTo>
                      <a:pt x="173388" y="51951"/>
                      <a:pt x="139675" y="18891"/>
                      <a:pt x="96327" y="18891"/>
                    </a:cubicBezTo>
                    <a:close/>
                  </a:path>
                </a:pathLst>
              </a:custGeom>
              <a:solidFill>
                <a:srgbClr val="549E39">
                  <a:alpha val="100000"/>
                </a:srgbClr>
              </a:solidFill>
              <a:ln w="12700">
                <a:noFill/>
                <a:prstDash val="solid"/>
              </a:ln>
            </p:spPr>
            <p:txBody>
              <a:bodyPr anchor="t" rtlCol="false" wrap="square" lIns="91440" rIns="91440" tIns="45720" bIns="45720">
                <a:noAutofit/>
              </a:bodyPr>
              <a:lstStyle/>
              <a:p>
                <a:pPr algn="ctr">
                  <a:defRPr/>
                </a:pPr>
                <a:endParaRPr/>
              </a:p>
            </p:txBody>
          </p:sp>
          <p:sp>
            <p:nvSpPr>
              <p:cNvPr name="AutoShape 11" id="11"/>
              <p:cNvSpPr/>
              <p:nvPr/>
            </p:nvSpPr>
            <p:spPr>
              <a:xfrm rot="0" flipH="false" flipV="false">
                <a:off x="12090856" y="6618205"/>
                <a:ext cx="24082" cy="252413"/>
              </a:xfrm>
              <a:prstGeom prst="rect">
                <a:avLst/>
              </a:prstGeom>
              <a:solidFill>
                <a:srgbClr val="549E39">
                  <a:alpha val="100000"/>
                </a:srgbClr>
              </a:solidFill>
              <a:ln w="12700">
                <a:noFill/>
                <a:prstDash val="solid"/>
              </a:ln>
            </p:spPr>
            <p:txBody>
              <a:bodyPr anchor="t" rtlCol="false" wrap="square" lIns="91440" rIns="91440" tIns="45720" bIns="45720">
                <a:noAutofit/>
              </a:bodyPr>
              <a:lstStyle/>
              <a:p>
                <a:pPr algn="ctr">
                  <a:defRPr/>
                </a:pPr>
                <a:endParaRPr/>
              </a:p>
            </p:txBody>
          </p:sp>
        </p:grpSp>
      </p:grpSp>
      <p:sp>
        <p:nvSpPr>
          <p:cNvPr name="AutoShape 12" id="12"/>
          <p:cNvSpPr/>
          <p:nvPr>
            <p:ph idx="20" type="body" sz="quarter" hasCustomPrompt="true"/>
          </p:nvPr>
        </p:nvSpPr>
        <p:spPr>
          <a:xfrm rot="0" flipH="false" flipV="false">
            <a:off x="0" y="0"/>
            <a:ext cx="4659313" cy="6858000"/>
          </a:xfrm>
          <a:prstGeom prst="rect">
            <a:avLst/>
          </a:prstGeom>
          <a:solidFill>
            <a:srgbClr val="8B0012">
              <a:alpha val="100000"/>
            </a:srgbClr>
          </a:solidFill>
          <a:ln w="12700">
            <a:noFill/>
            <a:prstDash val="solid"/>
          </a:ln>
        </p:spPr>
        <p:txBody>
          <a:bodyPr anchor="ctr" wrap="square" lIns="91440" rIns="91440" tIns="45720" bIns="45720">
            <a:normAutofit lnSpcReduction="0"/>
          </a:bodyPr>
          <a:lstStyle>
            <a:lvl1pPr algn="ctr">
              <a:lnSpc>
                <a:spcPct val="100000"/>
              </a:lnSpc>
              <a:defRPr sz="3200" b="true" i="false" u="none" strike="noStrike" spc="0">
                <a:solidFill>
                  <a:srgbClr val="FFFFFF">
                    <a:alpha val="100000"/>
                  </a:srgbClr>
                </a:solidFill>
                <a:latin typeface="Calibri"/>
              </a:defRPr>
            </a:lvl1pPr>
          </a:lstStyle>
          <a:p>
            <a:pPr algn="ctr" indent="0">
              <a:lnSpc>
                <a:spcPct val="100000"/>
              </a:lnSpc>
              <a:spcBef>
                <a:spcPts val="1500"/>
              </a:spcBef>
            </a:pPr>
            <a:r>
              <a:rPr lang="en-US" b="true" i="false" strike="noStrike" u="none" sz="3200">
                <a:solidFill>
                  <a:srgbClr val="FFFFFF"/>
                </a:solidFill>
                <a:latin typeface="Calibri"/>
                <a:ea typeface="Calibri"/>
                <a:cs typeface="Calibri"/>
                <a:sym typeface="Calibri"/>
              </a:rPr>
              <a:t>Outline</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DEFAULT">
    <p:bg>
      <p:bgPr>
        <a:blipFill dpi="0" rotWithShape="true">
          <a:blip r:embed="rId2">
            <a:lum/>
          </a:blip>
          <a:srcRect/>
          <a:stretch>
            <a:fillRect l="0" r="0" t="0" b="0"/>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自定义版式">
    <p:bg>
      <p:bgPr>
        <a:blipFill dpi="0" rotWithShape="true">
          <a:blip r:embed="rId2">
            <a:lum/>
          </a:blip>
          <a:srcRect/>
          <a:stretch>
            <a:fillRect l="0" r="0" t="0" b="0"/>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Unnamed Layout">
    <p:bg>
      <p:bgPr>
        <a:blipFill dpi="0" rotWithShape="true">
          <a:blip r:embed="rId2">
            <a:lum/>
          </a:blip>
          <a:srcRect/>
          <a:stretch>
            <a:fillRect l="0" r="0" t="0" b="0"/>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sp>
        <p:nvSpPr>
          <p:cNvPr name="AutoShape 2" id="2"/>
          <p:cNvSpPr/>
          <p:nvPr>
            <p:ph idx="21" type="body" sz="quarter" hasCustomPrompt="true"/>
          </p:nvPr>
        </p:nvSpPr>
        <p:spPr>
          <a:xfrm rot="0" flipH="false" flipV="false">
            <a:off x="1256418" y="5448300"/>
            <a:ext cx="10396122" cy="447675"/>
          </a:xfrm>
          <a:prstGeom prst="rect">
            <a:avLst/>
          </a:prstGeom>
          <a:noFill/>
          <a:ln w="12700">
            <a:noFill/>
            <a:prstDash val="solid"/>
          </a:ln>
        </p:spPr>
        <p:txBody>
          <a:bodyPr anchor="t" wrap="square" lIns="91440" rIns="91440" tIns="45720" bIns="45720">
            <a:noAutofit/>
          </a:bodyPr>
          <a:lstStyle>
            <a:lvl1pPr algn="ctr">
              <a:lnSpc>
                <a:spcPct val="100000"/>
              </a:lnSpc>
              <a:defRPr sz="2400" b="false" i="false" u="none" strike="noStrike" spc="0">
                <a:solidFill>
                  <a:srgbClr val="1F2329">
                    <a:alpha val="100000"/>
                  </a:srgbClr>
                </a:solidFill>
                <a:latin typeface="Noto Sans SC"/>
              </a:defRPr>
            </a:lvl1pPr>
          </a:lstStyle>
          <a:p>
            <a:pPr algn="ctr" indent="0">
              <a:lnSpc>
                <a:spcPct val="100000"/>
              </a:lnSpc>
            </a:pPr>
            <a:r>
              <a:rPr lang="en-US" b="false" i="false" strike="noStrike" u="none" sz="2400">
                <a:solidFill>
                  <a:srgbClr val="262626"/>
                </a:solidFill>
                <a:latin typeface="Calibri Light"/>
                <a:ea typeface="Calibri Light"/>
                <a:cs typeface="Calibri Light"/>
                <a:sym typeface="Calibri Light"/>
              </a:rPr>
              <a:t>日期</a:t>
            </a:r>
          </a:p>
        </p:txBody>
      </p:sp>
      <p:sp>
        <p:nvSpPr>
          <p:cNvPr name="AutoShape 3" id="3"/>
          <p:cNvSpPr/>
          <p:nvPr>
            <p:ph idx="22" type="body" sz="quarter" hasCustomPrompt="true"/>
          </p:nvPr>
        </p:nvSpPr>
        <p:spPr>
          <a:xfrm rot="0" flipH="false" flipV="false">
            <a:off x="1256418" y="6356351"/>
            <a:ext cx="10396122" cy="365125"/>
          </a:xfrm>
          <a:prstGeom prst="rect">
            <a:avLst/>
          </a:prstGeom>
          <a:noFill/>
          <a:ln w="12700">
            <a:noFill/>
            <a:prstDash val="solid"/>
          </a:ln>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页脚</a:t>
            </a:r>
          </a:p>
        </p:txBody>
      </p:sp>
      <p:sp>
        <p:nvSpPr>
          <p:cNvPr name="AutoShape 4" id="4"/>
          <p:cNvSpPr/>
          <p:nvPr>
            <p:ph idx="23" type="body" sz="quarter" hasCustomPrompt="true"/>
          </p:nvPr>
        </p:nvSpPr>
        <p:spPr>
          <a:xfrm rot="0" flipH="false" flipV="false">
            <a:off x="1260390" y="1895447"/>
            <a:ext cx="10392032" cy="2387600"/>
          </a:xfrm>
          <a:prstGeom prst="rect">
            <a:avLst/>
          </a:prstGeom>
          <a:noFill/>
          <a:ln w="12700">
            <a:noFill/>
            <a:prstDash val="solid"/>
          </a:ln>
        </p:spPr>
        <p:txBody>
          <a:bodyPr anchor="ctr" wrap="square" lIns="91440" rIns="91440" tIns="45720" bIns="45720">
            <a:normAutofit lnSpcReduction="0"/>
          </a:bodyPr>
          <a:lstStyle>
            <a:lvl1pPr algn="ctr">
              <a:lnSpc>
                <a:spcPct val="100000"/>
              </a:lnSpc>
              <a:defRPr sz="5100" b="false" i="false" u="none" strike="noStrike" spc="0">
                <a:solidFill>
                  <a:srgbClr val="262626">
                    <a:alpha val="100000"/>
                  </a:srgbClr>
                </a:solidFill>
                <a:latin typeface="微软雅黑"/>
              </a:defRPr>
            </a:lvl1pPr>
          </a:lstStyle>
          <a:p>
            <a:pPr algn="ctr" indent="0">
              <a:lnSpc>
                <a:spcPct val="100000"/>
              </a:lnSpc>
              <a:spcBef>
                <a:spcPts val="1500"/>
              </a:spcBef>
            </a:pPr>
            <a:r>
              <a:rPr lang="en-US" b="false" i="false" strike="noStrike" u="none" sz="5100">
                <a:solidFill>
                  <a:srgbClr val="262626"/>
                </a:solidFill>
                <a:latin typeface="微软雅黑"/>
                <a:ea typeface="微软雅黑"/>
                <a:cs typeface="微软雅黑"/>
                <a:sym typeface="微软雅黑"/>
              </a:rPr>
              <a:t>单击此处编辑母版标题样式</a:t>
            </a:r>
          </a:p>
        </p:txBody>
      </p:sp>
      <p:sp>
        <p:nvSpPr>
          <p:cNvPr name="AutoShape 5" id="5"/>
          <p:cNvSpPr/>
          <p:nvPr>
            <p:ph idx="24" type="body" sz="quarter" hasCustomPrompt="true"/>
          </p:nvPr>
        </p:nvSpPr>
        <p:spPr>
          <a:xfrm rot="0" flipH="false" flipV="false">
            <a:off x="1260390" y="4846320"/>
            <a:ext cx="10392032" cy="474980"/>
          </a:xfrm>
          <a:prstGeom prst="rect">
            <a:avLst/>
          </a:prstGeom>
          <a:noFill/>
          <a:ln w="12700">
            <a:noFill/>
            <a:prstDash val="solid"/>
          </a:ln>
        </p:spPr>
        <p:txBody>
          <a:bodyPr anchor="ctr" wrap="square" lIns="91440" rIns="91440" tIns="45720" bIns="45720">
            <a:noAutofit/>
          </a:bodyPr>
          <a:lstStyle>
            <a:lvl1pPr algn="ctr">
              <a:lnSpc>
                <a:spcPct val="100000"/>
              </a:lnSpc>
              <a:defRPr sz="2400" b="false" i="false" u="none" strike="noStrike" spc="0">
                <a:solidFill>
                  <a:srgbClr val="262626">
                    <a:alpha val="100000"/>
                  </a:srgbClr>
                </a:solidFill>
                <a:latin typeface="微软雅黑"/>
              </a:defRPr>
            </a:lvl1pPr>
          </a:lstStyle>
          <a:p>
            <a:pPr algn="ctr" indent="0">
              <a:lnSpc>
                <a:spcPct val="100000"/>
              </a:lnSpc>
              <a:spcBef>
                <a:spcPts val="1500"/>
              </a:spcBef>
            </a:pPr>
            <a:r>
              <a:rPr lang="en-US" b="false" i="false" strike="noStrike" u="none" sz="2400">
                <a:solidFill>
                  <a:srgbClr val="262626"/>
                </a:solidFill>
                <a:latin typeface="微软雅黑"/>
                <a:ea typeface="微软雅黑"/>
                <a:cs typeface="微软雅黑"/>
                <a:sym typeface="微软雅黑"/>
              </a:rPr>
              <a:t>单击此处编辑母版副标题样式</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7_제목 슬라이드">
    <p:spTree>
      <p:nvGrpSpPr>
        <p:cNvPr id="1" name=""/>
        <p:cNvGrpSpPr/>
        <p:nvPr/>
      </p:nvGrpSpPr>
      <p:grpSpPr>
        <a:xfrm>
          <a:off x="0" y="0"/>
          <a:ext cx="0" cy="0"/>
          <a:chOff x="0" y="0"/>
          <a:chExt cx="0" cy="0"/>
        </a:xfrm>
      </p:grpSpPr>
      <p:sp>
        <p:nvSpPr>
          <p:cNvPr name="AutoShape 2" id="2"/>
          <p:cNvSpPr/>
          <p:nvPr>
            <p:ph idx="25" type="pic" sz="quarter"/>
          </p:nvPr>
        </p:nvSpPr>
        <p:spPr>
          <a:xfrm rot="0" flipH="false" flipV="false">
            <a:off x="0" y="1"/>
            <a:ext cx="12192000" cy="6858000"/>
          </a:xfrm>
          <a:prstGeom prst="rect">
            <a:avLst/>
          </a:prstGeom>
          <a:noFill/>
          <a:ln w="12700">
            <a:noFill/>
            <a:prstDash val="solid"/>
          </a:ln>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3" id="3"/>
          <p:cNvSpPr/>
          <p:nvPr>
            <p:ph idx="26" type="body" sz="quarter" hasCustomPrompt="true"/>
          </p:nvPr>
        </p:nvSpPr>
        <p:spPr>
          <a:xfrm rot="0" flipH="false" flipV="false">
            <a:off x="727587" y="1622323"/>
            <a:ext cx="10943800" cy="3028335"/>
          </a:xfrm>
          <a:prstGeom prst="rect">
            <a:avLst/>
          </a:prstGeom>
          <a:noFill/>
          <a:ln w="12700">
            <a:noFill/>
            <a:prstDash val="solid"/>
          </a:ln>
        </p:spPr>
        <p:txBody>
          <a:bodyPr anchor="ctr" wrap="square" lIns="91440" rIns="91440" tIns="45720" bIns="45720">
            <a:noAutofit/>
          </a:bodyPr>
          <a:lstStyle>
            <a:lvl1pPr algn="l">
              <a:lnSpc>
                <a:spcPct val="91666"/>
              </a:lnSpc>
              <a:defRPr sz="4400" b="false" i="false" u="none" strike="noStrike" spc="0">
                <a:solidFill>
                  <a:srgbClr val="44546A">
                    <a:alpha val="100000"/>
                  </a:srgbClr>
                </a:solidFill>
                <a:latin typeface="Pretendard"/>
              </a:defRPr>
            </a:lvl1pPr>
          </a:lstStyle>
          <a:p>
            <a:pPr algn="l" indent="0">
              <a:lnSpc>
                <a:spcPct val="91666"/>
              </a:lnSpc>
            </a:pPr>
            <a:r>
              <a:rPr lang="en-US" b="false" i="false" strike="noStrike" u="none" sz="4400">
                <a:solidFill>
                  <a:srgbClr val="44546A"/>
                </a:solidFill>
                <a:latin typeface="Pretendard"/>
                <a:ea typeface="Pretendard"/>
                <a:cs typeface="Pretendard"/>
                <a:sym typeface="Pretendard"/>
              </a:rPr>
              <a:t>마스터</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제목</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스타일</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편집</a:t>
            </a:r>
          </a:p>
        </p:txBody>
      </p:sp>
      <p:grpSp>
        <p:nvGrpSpPr>
          <p:cNvPr name="Group 4" id="4"/>
          <p:cNvGrpSpPr/>
          <p:nvPr/>
        </p:nvGrpSpPr>
        <p:grpSpPr>
          <a:xfrm>
            <a:off x="9247450" y="217531"/>
            <a:ext cx="2580450" cy="547850"/>
            <a:chOff x="9247450" y="217531"/>
            <a:chExt cx="2580450" cy="547850"/>
          </a:xfrm>
        </p:grpSpPr>
        <p:pic>
          <p:nvPicPr>
            <p:cNvPr name="Picture 5" id="5"/>
            <p:cNvPicPr>
              <a:picLocks noChangeAspect="true"/>
            </p:cNvPicPr>
            <p:nvPr/>
          </p:nvPicPr>
          <p:blipFill>
            <a:blip r:embed="rId2"/>
            <a:srcRect l="0" r="0" t="0" b="0"/>
            <a:stretch>
              <a:fillRect/>
            </a:stretch>
          </p:blipFill>
          <p:spPr>
            <a:xfrm rot="0" flipH="false" flipV="false">
              <a:off x="9247450" y="319584"/>
              <a:ext cx="1096400" cy="336123"/>
            </a:xfrm>
            <a:prstGeom prst="rect">
              <a:avLst/>
            </a:prstGeom>
            <a:ln w="12700">
              <a:noFill/>
              <a:prstDash val="solid"/>
            </a:ln>
          </p:spPr>
        </p:pic>
        <p:pic>
          <p:nvPicPr>
            <p:cNvPr name="Picture 6" id="6"/>
            <p:cNvPicPr>
              <a:picLocks noChangeAspect="true"/>
            </p:cNvPicPr>
            <p:nvPr/>
          </p:nvPicPr>
          <p:blipFill>
            <a:blip r:embed="rId3"/>
            <a:srcRect l="13229" r="10431" t="29811" b="29796"/>
            <a:stretch>
              <a:fillRect/>
            </a:stretch>
          </p:blipFill>
          <p:spPr>
            <a:xfrm rot="0" flipH="false" flipV="false">
              <a:off x="10553199" y="217531"/>
              <a:ext cx="1274701" cy="547850"/>
            </a:xfrm>
            <a:prstGeom prst="rect">
              <a:avLst/>
            </a:prstGeom>
            <a:ln w="12700">
              <a:noFill/>
              <a:prstDash val="solid"/>
            </a:ln>
          </p:spPr>
        </p:pic>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8_제목 슬라이드">
    <p:spTree>
      <p:nvGrpSpPr>
        <p:cNvPr id="1" name=""/>
        <p:cNvGrpSpPr/>
        <p:nvPr/>
      </p:nvGrpSpPr>
      <p:grpSpPr>
        <a:xfrm>
          <a:off x="0" y="0"/>
          <a:ext cx="0" cy="0"/>
          <a:chOff x="0" y="0"/>
          <a:chExt cx="0" cy="0"/>
        </a:xfrm>
      </p:grpSpPr>
      <p:sp>
        <p:nvSpPr>
          <p:cNvPr name="AutoShape 2" id="2"/>
          <p:cNvSpPr/>
          <p:nvPr>
            <p:ph idx="27" type="pic" sz="quarter"/>
          </p:nvPr>
        </p:nvSpPr>
        <p:spPr>
          <a:xfrm rot="0" flipH="false" flipV="false">
            <a:off x="0" y="1"/>
            <a:ext cx="12192000" cy="6858000"/>
          </a:xfrm>
          <a:prstGeom prst="rect">
            <a:avLst/>
          </a:prstGeom>
          <a:noFill/>
          <a:ln w="12700">
            <a:noFill/>
            <a:prstDash val="solid"/>
          </a:ln>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3" id="3"/>
          <p:cNvSpPr/>
          <p:nvPr>
            <p:ph idx="28" type="body" sz="quarter" hasCustomPrompt="true"/>
          </p:nvPr>
        </p:nvSpPr>
        <p:spPr>
          <a:xfrm rot="0" flipH="false" flipV="false">
            <a:off x="3136489" y="3716594"/>
            <a:ext cx="8534897" cy="2664541"/>
          </a:xfrm>
          <a:prstGeom prst="rect">
            <a:avLst/>
          </a:prstGeom>
          <a:noFill/>
          <a:ln w="12700">
            <a:noFill/>
            <a:prstDash val="solid"/>
          </a:ln>
        </p:spPr>
        <p:txBody>
          <a:bodyPr anchor="ctr" wrap="square" lIns="91440" rIns="91440" tIns="45720" bIns="45720">
            <a:noAutofit/>
          </a:bodyPr>
          <a:lstStyle>
            <a:lvl1pPr algn="r">
              <a:lnSpc>
                <a:spcPct val="91666"/>
              </a:lnSpc>
              <a:defRPr sz="4400" b="false" i="false" u="none" strike="noStrike" spc="0">
                <a:solidFill>
                  <a:srgbClr val="44546A">
                    <a:alpha val="100000"/>
                  </a:srgbClr>
                </a:solidFill>
                <a:latin typeface="Pretendard"/>
              </a:defRPr>
            </a:lvl1pPr>
          </a:lstStyle>
          <a:p>
            <a:pPr algn="r" indent="0">
              <a:lnSpc>
                <a:spcPct val="91666"/>
              </a:lnSpc>
            </a:pPr>
            <a:r>
              <a:rPr lang="en-US" b="false" i="false" strike="noStrike" u="none" sz="4400">
                <a:solidFill>
                  <a:srgbClr val="44546A"/>
                </a:solidFill>
                <a:latin typeface="Pretendard"/>
                <a:ea typeface="Pretendard"/>
                <a:cs typeface="Pretendard"/>
                <a:sym typeface="Pretendard"/>
              </a:rPr>
              <a:t>마스터</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제목</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스타일</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편집</a:t>
            </a:r>
          </a:p>
        </p:txBody>
      </p:sp>
      <p:grpSp>
        <p:nvGrpSpPr>
          <p:cNvPr name="Group 4" id="4"/>
          <p:cNvGrpSpPr/>
          <p:nvPr/>
        </p:nvGrpSpPr>
        <p:grpSpPr>
          <a:xfrm>
            <a:off x="9247450" y="217531"/>
            <a:ext cx="2580450" cy="547850"/>
            <a:chOff x="9247450" y="217531"/>
            <a:chExt cx="2580450" cy="547850"/>
          </a:xfrm>
        </p:grpSpPr>
        <p:pic>
          <p:nvPicPr>
            <p:cNvPr name="Picture 5" id="5"/>
            <p:cNvPicPr>
              <a:picLocks noChangeAspect="true"/>
            </p:cNvPicPr>
            <p:nvPr/>
          </p:nvPicPr>
          <p:blipFill>
            <a:blip r:embed="rId2"/>
            <a:srcRect l="0" r="0" t="0" b="0"/>
            <a:stretch>
              <a:fillRect/>
            </a:stretch>
          </p:blipFill>
          <p:spPr>
            <a:xfrm rot="0" flipH="false" flipV="false">
              <a:off x="9247450" y="319584"/>
              <a:ext cx="1096400" cy="336123"/>
            </a:xfrm>
            <a:prstGeom prst="rect">
              <a:avLst/>
            </a:prstGeom>
            <a:ln w="12700">
              <a:noFill/>
              <a:prstDash val="solid"/>
            </a:ln>
          </p:spPr>
        </p:pic>
        <p:pic>
          <p:nvPicPr>
            <p:cNvPr name="Picture 6" id="6"/>
            <p:cNvPicPr>
              <a:picLocks noChangeAspect="true"/>
            </p:cNvPicPr>
            <p:nvPr/>
          </p:nvPicPr>
          <p:blipFill>
            <a:blip r:embed="rId3"/>
            <a:srcRect l="13229" r="10431" t="29811" b="29796"/>
            <a:stretch>
              <a:fillRect/>
            </a:stretch>
          </p:blipFill>
          <p:spPr>
            <a:xfrm rot="0" flipH="false" flipV="false">
              <a:off x="10553199" y="217531"/>
              <a:ext cx="1274701" cy="547850"/>
            </a:xfrm>
            <a:prstGeom prst="rect">
              <a:avLst/>
            </a:prstGeom>
            <a:ln w="12700">
              <a:noFill/>
              <a:prstDash val="solid"/>
            </a:ln>
          </p:spPr>
        </p:pic>
      </p:gr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13" Target="../media/image15.png" Type="http://schemas.openxmlformats.org/officeDocument/2006/relationships/imag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10" Target="../slideLayouts/slideLayout17.xml" Type="http://schemas.openxmlformats.org/officeDocument/2006/relationships/slideLayout"/><Relationship Id="rId11" Target="../slideLayouts/slideLayout18.xml" Type="http://schemas.openxmlformats.org/officeDocument/2006/relationships/slideLayout"/><Relationship Id="rId12" Target="../slideLayouts/slideLayout19.xml" Type="http://schemas.openxmlformats.org/officeDocument/2006/relationships/slideLayout"/><Relationship Id="rId13" Target="../slideLayouts/slideLayout20.xml" Type="http://schemas.openxmlformats.org/officeDocument/2006/relationships/slideLayout"/><Relationship Id="rId14" Target="../slideLayouts/slideLayout21.xml" Type="http://schemas.openxmlformats.org/officeDocument/2006/relationships/slideLayout"/><Relationship Id="rId15" Target="../slideLayouts/slideLayout22.xml" Type="http://schemas.openxmlformats.org/officeDocument/2006/relationships/slideLayout"/><Relationship Id="rId16" Target="../media/image15.pn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slideLayouts/slideLayout12.xml" Type="http://schemas.openxmlformats.org/officeDocument/2006/relationships/slideLayout"/><Relationship Id="rId6" Target="../slideLayouts/slideLayout13.xml" Type="http://schemas.openxmlformats.org/officeDocument/2006/relationships/slideLayout"/><Relationship Id="rId7" Target="../slideLayouts/slideLayout14.xml" Type="http://schemas.openxmlformats.org/officeDocument/2006/relationships/slideLayout"/><Relationship Id="rId8" Target="../slideLayouts/slideLayout15.xml" Type="http://schemas.openxmlformats.org/officeDocument/2006/relationships/slideLayout"/><Relationship Id="rId9" Target="../slideLayouts/slideLayout16.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pic>
        <p:nvPicPr>
          <p:cNvPr name="Picture 1" id="1"/>
          <p:cNvPicPr>
            <a:picLocks noChangeAspect="true"/>
          </p:cNvPicPr>
          <p:nvPr/>
        </p:nvPicPr>
        <p:blipFill>
          <a:blip r:embed="rId13"/>
          <a:stretch>
            <a:fillRect/>
          </a:stretch>
        </p:blipFill>
        <p:spPr>
          <a:xfrm>
            <a:off x="9017000" y="5029200"/>
            <a:ext cx="2286000" cy="1371600"/>
          </a:xfrm>
          <a:prstGeom prst="rect">
            <a:avLst/>
          </a:prstGeom>
        </p:spPr>
      </p:pic>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母版">
    <p:bg>
      <p:bgPr>
        <a:blipFill dpi="0" rotWithShape="true">
          <a:blip r:embed="rId2">
            <a:lum/>
          </a:blip>
          <a:srcRect/>
          <a:stretch>
            <a:fillRect l="0" r="0" t="0" b="0"/>
          </a:stretch>
        </a:blipFill>
        <a:effectLst/>
      </p:bgPr>
    </p:bg>
    <p:spTree>
      <p:nvGrpSpPr>
        <p:cNvPr id="5" name="Shape 5"/>
        <p:cNvGrpSpPr/>
        <p:nvPr/>
      </p:nvGrpSpPr>
      <p:grpSpPr>
        <a:xfrm>
          <a:off x="0" y="0"/>
          <a:ext cx="0" cy="0"/>
          <a:chOff x="0" y="0"/>
          <a:chExt cx="0" cy="0"/>
        </a:xfrm>
      </p:grpSpPr>
      <p:sp>
        <p:nvSpPr>
          <p:cNvPr name="Freeform 1" id="1"/>
          <p:cNvSpPr/>
          <p:nvPr/>
        </p:nvSpPr>
        <p:spPr>
          <a:xfrm rot="0" flipH="false" flipV="true">
            <a:off x="-4185" y="529393"/>
            <a:ext cx="567982" cy="507999"/>
          </a:xfrm>
          <a:custGeom>
            <a:avLst/>
            <a:gdLst/>
            <a:ahLst/>
            <a:cxnLst/>
            <a:rect r="r" b="b" t="t" l="l"/>
            <a:pathLst>
              <a:path h="507999" w="567982">
                <a:moveTo>
                  <a:pt x="564624" y="238811"/>
                </a:moveTo>
                <a:lnTo>
                  <a:pt x="483240" y="9550"/>
                </a:lnTo>
                <a:cubicBezTo>
                  <a:pt x="482690" y="7925"/>
                  <a:pt x="482018" y="6401"/>
                  <a:pt x="481468" y="4775"/>
                </a:cubicBezTo>
                <a:cubicBezTo>
                  <a:pt x="479820" y="0"/>
                  <a:pt x="478111" y="0"/>
                  <a:pt x="476401" y="0"/>
                </a:cubicBezTo>
                <a:lnTo>
                  <a:pt x="444165" y="0"/>
                </a:lnTo>
                <a:lnTo>
                  <a:pt x="0" y="3556"/>
                </a:lnTo>
                <a:cubicBezTo>
                  <a:pt x="489" y="171704"/>
                  <a:pt x="1038" y="339851"/>
                  <a:pt x="1527" y="507999"/>
                </a:cubicBezTo>
                <a:lnTo>
                  <a:pt x="444165" y="506272"/>
                </a:lnTo>
                <a:lnTo>
                  <a:pt x="476401" y="506272"/>
                </a:lnTo>
                <a:cubicBezTo>
                  <a:pt x="478111" y="506272"/>
                  <a:pt x="479820" y="501496"/>
                  <a:pt x="481468" y="501496"/>
                </a:cubicBezTo>
                <a:cubicBezTo>
                  <a:pt x="481468" y="496721"/>
                  <a:pt x="483240" y="496721"/>
                  <a:pt x="483240" y="496721"/>
                </a:cubicBezTo>
                <a:lnTo>
                  <a:pt x="564624" y="267462"/>
                </a:lnTo>
                <a:cubicBezTo>
                  <a:pt x="567982" y="257912"/>
                  <a:pt x="567982" y="248361"/>
                  <a:pt x="564624" y="238811"/>
                </a:cubicBezTo>
                <a:close/>
              </a:path>
            </a:pathLst>
          </a:custGeom>
          <a:solidFill>
            <a:srgbClr val="8B0012">
              <a:alpha val="100000"/>
            </a:srgbClr>
          </a:solidFill>
          <a:ln w="12700">
            <a:noFill/>
            <a:prstDash val="solid"/>
          </a:ln>
        </p:spPr>
        <p:txBody>
          <a:bodyPr anchor="t" rtlCol="false" wrap="square" lIns="91440" rIns="91440" tIns="45720" bIns="45720">
            <a:noAutofit/>
          </a:bodyPr>
          <a:lstStyle/>
          <a:p>
            <a:pPr algn="l" indent="0">
              <a:lnSpc>
                <a:spcPct val="100000"/>
              </a:lnSpc>
              <a:defRPr/>
            </a:pPr>
            <a:r>
              <a:rPr lang="en-US" b="false" i="false" strike="noStrike" u="none" sz="1400">
                <a:solidFill>
                  <a:srgbClr val="000000"/>
                </a:solidFill>
                <a:latin typeface="Arial"/>
                <a:ea typeface="Arial"/>
                <a:cs typeface="Arial"/>
                <a:sym typeface="Arial"/>
              </a:rPr>
              <a:t> </a:t>
            </a:r>
            <a:endParaRPr lang="en-US" sz="1100"/>
          </a:p>
        </p:txBody>
      </p:sp>
      <p:grpSp>
        <p:nvGrpSpPr>
          <p:cNvPr name="Group 2" id="2"/>
          <p:cNvGrpSpPr/>
          <p:nvPr/>
        </p:nvGrpSpPr>
        <p:grpSpPr>
          <a:xfrm>
            <a:off x="9221415" y="158476"/>
            <a:ext cx="2580450" cy="547850"/>
            <a:chOff x="9221415" y="158476"/>
            <a:chExt cx="2580450" cy="547850"/>
          </a:xfrm>
        </p:grpSpPr>
        <p:pic>
          <p:nvPicPr>
            <p:cNvPr name="Picture 3" id="3"/>
            <p:cNvPicPr>
              <a:picLocks noChangeAspect="true"/>
            </p:cNvPicPr>
            <p:nvPr/>
          </p:nvPicPr>
          <p:blipFill>
            <a:blip r:embed="rId3"/>
            <a:srcRect l="0" r="0" t="0" b="0"/>
            <a:stretch>
              <a:fillRect/>
            </a:stretch>
          </p:blipFill>
          <p:spPr>
            <a:xfrm rot="0" flipH="false" flipV="false">
              <a:off x="9221415" y="260529"/>
              <a:ext cx="1096400" cy="336123"/>
            </a:xfrm>
            <a:prstGeom prst="rect">
              <a:avLst/>
            </a:prstGeom>
            <a:ln w="12700">
              <a:noFill/>
              <a:prstDash val="solid"/>
            </a:ln>
          </p:spPr>
        </p:pic>
        <p:pic>
          <p:nvPicPr>
            <p:cNvPr name="Picture 4" id="4"/>
            <p:cNvPicPr>
              <a:picLocks noChangeAspect="true"/>
            </p:cNvPicPr>
            <p:nvPr/>
          </p:nvPicPr>
          <p:blipFill>
            <a:blip r:embed="rId4"/>
            <a:srcRect l="13229" r="10430" t="29812" b="29795"/>
            <a:stretch>
              <a:fillRect/>
            </a:stretch>
          </p:blipFill>
          <p:spPr>
            <a:xfrm rot="0" flipH="false" flipV="false">
              <a:off x="10527164" y="158476"/>
              <a:ext cx="1274701" cy="547850"/>
            </a:xfrm>
            <a:prstGeom prst="rect">
              <a:avLst/>
            </a:prstGeom>
            <a:ln w="12700">
              <a:noFill/>
              <a:prstDash val="solid"/>
            </a:ln>
          </p:spPr>
        </p:pic>
      </p:grpSp>
      <p:pic>
        <p:nvPicPr>
          <p:cNvPr name="Picture 6" id="6"/>
          <p:cNvPicPr>
            <a:picLocks noChangeAspect="true"/>
          </p:cNvPicPr>
          <p:nvPr/>
        </p:nvPicPr>
        <p:blipFill>
          <a:blip r:embed="rId16"/>
          <a:stretch>
            <a:fillRect/>
          </a:stretch>
        </p:blipFill>
        <p:spPr>
          <a:xfrm>
            <a:off x="9017000" y="5029200"/>
            <a:ext cx="2286000" cy="1371600"/>
          </a:xfrm>
          <a:prstGeom prst="rect">
            <a:avLst/>
          </a:prstGeom>
        </p:spPr>
      </p:pic>
    </p:spTree>
  </p:cSld>
  <p:clrMap accent1="accent1" accent2="accent2" accent3="accent3" accent4="accent4" accent5="accent5" accent6="accent6" bg1="lt1" bg2="dk2" tx1="dk1" tx2="lt2" folHlink="folHlink" hlink="hlink"/>
  <p:sldLayoutIdLst>
    <p:sldLayoutId id="2157483699" r:id="rId5"/>
    <p:sldLayoutId id="2157483700" r:id="rId6"/>
    <p:sldLayoutId id="2157483701" r:id="rId7"/>
    <p:sldLayoutId id="2157483702" r:id="rId8"/>
    <p:sldLayoutId id="2157483703" r:id="rId9"/>
    <p:sldLayoutId id="2157483704" r:id="rId10"/>
    <p:sldLayoutId id="2157483705" r:id="rId11"/>
    <p:sldLayoutId id="2157483706" r:id="rId12"/>
    <p:sldLayoutId id="2157483707" r:id="rId13"/>
    <p:sldLayoutId id="2157483708" r:id="rId14"/>
    <p:sldLayoutId id="2157483709"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21.xml" Type="http://schemas.openxmlformats.org/officeDocument/2006/relationships/slideLayout"/><Relationship Id="rId2" Target="../media/image4.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5.png" Type="http://schemas.openxmlformats.org/officeDocument/2006/relationships/image"/><Relationship Id="rId3" Target="../notesSlides/notesSlide8.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17.xml" Type="http://schemas.openxmlformats.org/officeDocument/2006/relationships/slideLayout"/><Relationship Id="rId10" Target="https://www.zhihu.com/people/95-22-20-18/posts" TargetMode="External" Type="http://schemas.openxmlformats.org/officeDocument/2006/relationships/hyperlink"/><Relationship Id="rId11" Target="https://flagos.io/Home" TargetMode="External" Type="http://schemas.openxmlformats.org/officeDocument/2006/relationships/hyperlink"/><Relationship Id="rId12" Target="../media/image12.jpeg" Type="http://schemas.openxmlformats.org/officeDocument/2006/relationships/image"/><Relationship Id="rId13" Target="../media/image13.png" Type="http://schemas.openxmlformats.org/officeDocument/2006/relationships/image"/><Relationship Id="rId14" Target="../notesSlides/notesSlide9.xml" Type="http://schemas.openxmlformats.org/officeDocument/2006/relationships/notesSlide"/><Relationship Id="rId2" Target="../media/image6.png" Type="http://schemas.openxmlformats.org/officeDocument/2006/relationships/image"/><Relationship Id="rId3" Target="../media/image7.png" Type="http://schemas.openxmlformats.org/officeDocument/2006/relationships/image"/><Relationship Id="rId4" Target="../media/image8.png" Type="http://schemas.openxmlformats.org/officeDocument/2006/relationships/image"/><Relationship Id="rId5" Target="../media/image9.png" Type="http://schemas.openxmlformats.org/officeDocument/2006/relationships/image"/><Relationship Id="rId6" Target="../media/image10.png" Type="http://schemas.openxmlformats.org/officeDocument/2006/relationships/image"/><Relationship Id="rId7" Target="../media/image11.png" Type="http://schemas.openxmlformats.org/officeDocument/2006/relationships/image"/><Relationship Id="rId8" Target="https://github.com/flagos-ai" TargetMode="External" Type="http://schemas.openxmlformats.org/officeDocument/2006/relationships/hyperlink"/><Relationship Id="rId9" Target="https://space.bilibili.com/3546791834290849" TargetMode="External" Type="http://schemas.openxmlformats.org/officeDocument/2006/relationships/hyperlink"/></Relationships>
</file>

<file path=ppt/slides/_rels/slide10.xml.rels><?xml version="1.0" encoding="UTF-8" standalone="yes"?><Relationships xmlns="http://schemas.openxmlformats.org/package/2006/relationships"><Relationship Id="rId1" Target="../slideLayouts/slideLayout22.xml" Type="http://schemas.openxmlformats.org/officeDocument/2006/relationships/slideLayout"/><Relationship Id="rId2" Target="../media/image14.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notesSlides/notesSlide10.xml" Type="http://schemas.openxmlformats.org/officeDocument/2006/relationships/notesSlid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ph idx="25" type="pic" sz="quarter"/>
          </p:nvPr>
        </p:nvPicPr>
        <p:blipFill>
          <a:blip r:embed="rId2"/>
          <a:srcRect l="0" r="0" t="349" b="349"/>
          <a:stretch>
            <a:fillRect/>
          </a:stretch>
        </p:blipFill>
        <p:spPr>
          <a:xfrm rot="0" flipH="false" flipV="false">
            <a:off x="0" y="1"/>
            <a:ext cx="12192000" cy="6858000"/>
          </a:xfrm>
          <a:prstGeom prst="rect">
            <a:avLst/>
          </a:prstGeom>
        </p:spPr>
      </p:pic>
      <p:sp>
        <p:nvSpPr>
          <p:cNvPr name="AutoShape 3" id="3"/>
          <p:cNvSpPr/>
          <p:nvPr>
            <p:ph idx="26" type="body" sz="quarter" hasCustomPrompt="true"/>
          </p:nvPr>
        </p:nvSpPr>
        <p:spPr>
          <a:prstGeom prst="rect">
            <a:avLst/>
          </a:prstGeom>
        </p:spPr>
        <p:txBody>
          <a:bodyPr anchor="ctr" wrap="square" lIns="91440" rIns="91440" tIns="45720" bIns="45720">
            <a:noAutofit/>
          </a:bodyPr>
          <a:lstStyle>
            <a:lvl1pPr algn="l">
              <a:lnSpc>
                <a:spcPct val="91666"/>
              </a:lnSpc>
              <a:defRPr sz="4400" b="true" i="false" u="none" strike="noStrike" spc="0">
                <a:solidFill>
                  <a:srgbClr val="44546A">
                    <a:alpha val="100000"/>
                  </a:srgbClr>
                </a:solidFill>
                <a:latin typeface="微软雅黑"/>
              </a:defRPr>
            </a:lvl1pPr>
          </a:lstStyle>
          <a:p>
            <a:pPr algn="l" indent="0">
              <a:lnSpc>
                <a:spcPct val="91666"/>
              </a:lnSpc>
            </a:pPr>
            <a:r>
              <a:rPr lang="en-US" b="true" i="false" strike="noStrike" u="none" sz="4400">
                <a:solidFill>
                  <a:srgbClr val="44546A"/>
                </a:solidFill>
                <a:latin typeface="微软雅黑"/>
                <a:ea typeface="微软雅黑"/>
                <a:cs typeface="微软雅黑"/>
                <a:sym typeface="微软雅黑"/>
              </a:rPr>
              <a:t>智能计算系统</a:t>
            </a:r>
            <a:br>
              <a:rPr lang="en-US" b="true" i="false" strike="noStrike" u="none" sz="4400">
                <a:solidFill>
                  <a:srgbClr val="44546A"/>
                </a:solidFill>
                <a:latin typeface="微软雅黑"/>
                <a:ea typeface="微软雅黑"/>
                <a:cs typeface="微软雅黑"/>
                <a:sym typeface="微软雅黑"/>
              </a:rPr>
            </a:br>
            <a:r>
              <a:rPr lang="en-US" b="true" i="false" strike="noStrike" u="none" sz="4400">
                <a:solidFill>
                  <a:srgbClr val="44546A"/>
                </a:solidFill>
                <a:latin typeface="微软雅黑"/>
                <a:ea typeface="微软雅黑"/>
                <a:cs typeface="微软雅黑"/>
                <a:sym typeface="微软雅黑"/>
              </a:rPr>
              <a:t>软硬件基础</a:t>
            </a:r>
          </a:p>
        </p:txBody>
      </p:sp>
      <p:grpSp>
        <p:nvGrpSpPr>
          <p:cNvPr name="Group 4" id="4"/>
          <p:cNvGrpSpPr/>
          <p:nvPr/>
        </p:nvGrpSpPr>
        <p:grpSpPr>
          <a:xfrm>
            <a:off x="364100" y="6255612"/>
            <a:ext cx="409904" cy="409904"/>
            <a:chOff x="364100" y="6255612"/>
            <a:chExt cx="409904" cy="409904"/>
          </a:xfrm>
        </p:grpSpPr>
        <p:sp>
          <p:nvSpPr>
            <p:cNvPr name="AutoShape 5" id="5"/>
            <p:cNvSpPr/>
            <p:nvPr/>
          </p:nvSpPr>
          <p:spPr>
            <a:xfrm rot="0" flipH="false" flipV="false">
              <a:off x="364100" y="6255612"/>
              <a:ext cx="409904" cy="409904"/>
            </a:xfrm>
            <a:prstGeom prst="ellipse">
              <a:avLst/>
            </a:prstGeom>
            <a:solidFill>
              <a:srgbClr val="ED7D31">
                <a:alpha val="100000"/>
              </a:srgbClr>
            </a:solid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6" id="6"/>
            <p:cNvSpPr/>
            <p:nvPr/>
          </p:nvSpPr>
          <p:spPr>
            <a:xfrm rot="0" flipH="false" flipV="false">
              <a:off x="505546" y="6397058"/>
              <a:ext cx="127012" cy="127012"/>
            </a:xfrm>
            <a:prstGeom prst="chevron">
              <a:avLst>
                <a:gd name="adj" fmla="val 50000"/>
              </a:avLst>
            </a:prstGeom>
            <a:solidFill>
              <a:srgbClr val="DAE3F3">
                <a:alpha val="100000"/>
              </a:srgbClr>
            </a:solid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grpSp>
      <p:grpSp>
        <p:nvGrpSpPr>
          <p:cNvPr name="Group 7" id="7"/>
          <p:cNvGrpSpPr/>
          <p:nvPr/>
        </p:nvGrpSpPr>
        <p:grpSpPr>
          <a:xfrm>
            <a:off x="9247450" y="217531"/>
            <a:ext cx="2580450" cy="547850"/>
            <a:chOff x="9247450" y="217531"/>
            <a:chExt cx="2580450" cy="547850"/>
          </a:xfrm>
        </p:grpSpPr>
        <p:pic>
          <p:nvPicPr>
            <p:cNvPr name="Picture 8" id="8"/>
            <p:cNvPicPr>
              <a:picLocks noChangeAspect="true"/>
            </p:cNvPicPr>
            <p:nvPr/>
          </p:nvPicPr>
          <p:blipFill>
            <a:blip r:embed="rId3"/>
            <a:srcRect l="0" r="0" t="0" b="0"/>
            <a:stretch>
              <a:fillRect/>
            </a:stretch>
          </p:blipFill>
          <p:spPr>
            <a:xfrm rot="0" flipH="false" flipV="false">
              <a:off x="9247450" y="319584"/>
              <a:ext cx="1096400" cy="336123"/>
            </a:xfrm>
            <a:prstGeom prst="rect">
              <a:avLst/>
            </a:prstGeom>
            <a:ln w="12700">
              <a:noFill/>
              <a:prstDash val="solid"/>
            </a:ln>
          </p:spPr>
        </p:pic>
        <p:pic>
          <p:nvPicPr>
            <p:cNvPr name="Picture 9" id="9"/>
            <p:cNvPicPr>
              <a:picLocks noChangeAspect="true"/>
            </p:cNvPicPr>
            <p:nvPr/>
          </p:nvPicPr>
          <p:blipFill>
            <a:blip r:embed="rId4"/>
            <a:srcRect l="13229" r="10431" t="29811" b="29796"/>
            <a:stretch>
              <a:fillRect/>
            </a:stretch>
          </p:blipFill>
          <p:spPr>
            <a:xfrm rot="0" flipH="false" flipV="false">
              <a:off x="10553199" y="217531"/>
              <a:ext cx="1274701" cy="547850"/>
            </a:xfrm>
            <a:prstGeom prst="rect">
              <a:avLst/>
            </a:prstGeom>
            <a:ln w="12700">
              <a:noFill/>
              <a:prstDash val="solid"/>
            </a:ln>
          </p:spPr>
        </p:pic>
      </p:grpSp>
    </p:spTree>
  </p:cSld>
  <p:clrMapOvr>
    <a:masterClrMapping/>
  </p:clrMapOvr>
</p:sld>
</file>

<file path=ppt/slides/slide2.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5" type="body" sz="quarter" hasCustomPrompt="true"/>
          </p:nvPr>
        </p:nvSpPr>
        <p:spPr>
          <a:prstGeom prst="rect">
            <a:avLst/>
          </a:prstGeom>
        </p:spPr>
        <p:txBody>
          <a:bodyPr anchor="ctr" wrap="square" lIns="91440" rIns="91440" tIns="45720" bIns="45720">
            <a:normAutofit lnSpcReduction="0"/>
          </a:bodyPr>
          <a:lstStyle>
            <a:lvl1pPr algn="ctr">
              <a:lnSpc>
                <a:spcPct val="100000"/>
              </a:lnSpc>
              <a:defRPr sz="5100" b="false" i="false" u="none" strike="noStrike" spc="0">
                <a:solidFill>
                  <a:srgbClr val="262626">
                    <a:alpha val="100000"/>
                  </a:srgbClr>
                </a:solidFill>
                <a:latin typeface="Calibri"/>
              </a:defRPr>
            </a:lvl1pPr>
          </a:lstStyle>
          <a:p>
            <a:pPr algn="ctr" indent="0">
              <a:lnSpc>
                <a:spcPct val="100000"/>
              </a:lnSpc>
              <a:spcBef>
                <a:spcPts val="1500"/>
              </a:spcBef>
            </a:pPr>
            <a:r>
              <a:rPr lang="en-US" b="false" i="false" strike="noStrike" u="none" sz="5100">
                <a:solidFill>
                  <a:srgbClr val="262626"/>
                </a:solidFill>
                <a:latin typeface="Calibri"/>
                <a:ea typeface="Calibri"/>
                <a:cs typeface="Calibri"/>
                <a:sym typeface="Calibri"/>
              </a:rPr>
              <a:t>Lecture 36</a:t>
            </a:r>
            <a:r>
              <a:rPr lang="en-US" b="false" i="false" strike="noStrike" u="none" sz="5100">
                <a:solidFill>
                  <a:srgbClr val="262626"/>
                </a:solidFill>
                <a:latin typeface="微软雅黑"/>
                <a:ea typeface="微软雅黑"/>
                <a:cs typeface="微软雅黑"/>
                <a:sym typeface="微软雅黑"/>
              </a:rPr>
              <a:t>：</a:t>
            </a:r>
            <a:r>
              <a:rPr lang="en-US" b="false" i="false" strike="noStrike" u="none" sz="5100">
                <a:solidFill>
                  <a:srgbClr val="262626"/>
                </a:solidFill>
                <a:latin typeface="Calibri"/>
                <a:ea typeface="Calibri"/>
                <a:cs typeface="Calibri"/>
                <a:sym typeface="Calibri"/>
              </a:rPr>
              <a:t>Module IV </a:t>
            </a:r>
            <a:r>
              <a:rPr lang="en-US" b="false" i="false" strike="noStrike" u="none" sz="5100">
                <a:solidFill>
                  <a:srgbClr val="262626"/>
                </a:solidFill>
                <a:latin typeface="微软雅黑"/>
                <a:ea typeface="微软雅黑"/>
                <a:cs typeface="微软雅黑"/>
                <a:sym typeface="微软雅黑"/>
              </a:rPr>
              <a:t>期末项目</a:t>
            </a:r>
            <a:br>
              <a:rPr lang="en-US" b="false" i="false" strike="noStrike" u="none" sz="5100">
                <a:solidFill>
                  <a:srgbClr val="262626"/>
                </a:solidFill>
                <a:latin typeface="微软雅黑"/>
                <a:ea typeface="微软雅黑"/>
                <a:cs typeface="微软雅黑"/>
                <a:sym typeface="微软雅黑"/>
              </a:rPr>
            </a:br>
            <a:r>
              <a:rPr lang="en-US" b="false" i="false" strike="noStrike" u="none" sz="5100">
                <a:solidFill>
                  <a:srgbClr val="262626"/>
                </a:solidFill>
                <a:latin typeface="Calibri"/>
                <a:ea typeface="Calibri"/>
                <a:cs typeface="Calibri"/>
                <a:sym typeface="Calibri"/>
              </a:rPr>
              <a:t>7B </a:t>
            </a:r>
            <a:r>
              <a:rPr lang="en-US" b="false" i="false" strike="noStrike" u="none" sz="5100">
                <a:solidFill>
                  <a:srgbClr val="262626"/>
                </a:solidFill>
                <a:latin typeface="微软雅黑"/>
                <a:ea typeface="微软雅黑"/>
                <a:cs typeface="微软雅黑"/>
                <a:sym typeface="微软雅黑"/>
              </a:rPr>
              <a:t>模型多机分布式训练</a:t>
            </a:r>
          </a:p>
        </p:txBody>
      </p:sp>
    </p:spTree>
  </p:cSld>
  <p:clrMapOvr>
    <a:masterClrMapping/>
  </p:clrMapOvr>
  <p:transition main:dur="1000">
    <p:fade thruBlk="false"/>
  </p:transition>
</p:sld>
</file>

<file path=ppt/slides/slide3.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课程项目概览</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3</a:t>
            </a:r>
          </a:p>
        </p:txBody>
      </p:sp>
      <p:sp>
        <p:nvSpPr>
          <p:cNvPr name="AutoShape 5" id="5"/>
          <p:cNvSpPr/>
          <p:nvPr>
            <p:ph idx="9" type="body" sz="quarter"/>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a:endParaRPr/>
          </a:p>
        </p:txBody>
      </p:sp>
      <p:graphicFrame>
        <p:nvGraphicFramePr>
          <p:cNvPr name="Table 6" id="6"/>
          <p:cNvGraphicFramePr>
            <a:graphicFrameLocks noGrp="true"/>
          </p:cNvGraphicFramePr>
          <p:nvPr/>
        </p:nvGraphicFramePr>
        <p:xfrm>
          <a:off x="882015" y="1676575"/>
          <a:ext cx="10427970" cy="4148455"/>
        </p:xfrm>
        <a:graphic>
          <a:graphicData uri="http://schemas.openxmlformats.org/drawingml/2006/table">
            <a:tbl>
              <a:tblPr>
                <a:effectLst/>
              </a:tblPr>
              <a:tblGrid>
                <a:gridCol w="941705"/>
                <a:gridCol w="4256405"/>
                <a:gridCol w="1414145"/>
                <a:gridCol w="3815715"/>
              </a:tblGrid>
              <a:tr h="583565">
                <a:tc>
                  <a:txBody>
                    <a:bodyPr anchor="t" rtlCol="false"/>
                    <a:lstStyle/>
                    <a:p>
                      <a:pPr algn="ctr" indent="0">
                        <a:lnSpc>
                          <a:spcPct val="116666"/>
                        </a:lnSpc>
                        <a:defRPr/>
                      </a:pPr>
                      <a:r>
                        <a:rPr lang="en-US" b="false" i="false" strike="noStrike" u="none" sz="1700" spc="130">
                          <a:solidFill>
                            <a:srgbClr val="000000"/>
                          </a:solidFill>
                          <a:latin typeface="微软雅黑"/>
                          <a:ea typeface="微软雅黑"/>
                          <a:cs typeface="微软雅黑"/>
                          <a:sym typeface="微软雅黑"/>
                        </a:rPr>
                        <a:t>课时</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9050">
                      <a:solidFill>
                        <a:srgbClr val="8B0012"/>
                      </a:solidFill>
                      <a:prstDash val="solid"/>
                      <a:round/>
                      <a:headEnd type="none" w="med" len="med"/>
                      <a:tailEnd type="none" w="med" len="med"/>
                    </a:lnT>
                    <a:lnB cmpd="sng" algn="ctr" cap="flat" w="9525">
                      <a:solidFill>
                        <a:srgbClr val="8B0012"/>
                      </a:solidFill>
                      <a:prstDash val="solid"/>
                      <a:round/>
                      <a:headEnd type="none" w="med" len="med"/>
                      <a:tailEnd type="none" w="med" len="med"/>
                    </a:lnB>
                    <a:solidFill>
                      <a:srgbClr val="FFFFFF">
                        <a:alpha val="100000"/>
                      </a:srgbClr>
                    </a:solidFill>
                  </a:tcPr>
                </a:tc>
                <a:tc>
                  <a:txBody>
                    <a:bodyPr anchor="t" rtlCol="false"/>
                    <a:lstStyle/>
                    <a:p>
                      <a:pPr algn="ctr" indent="0">
                        <a:lnSpc>
                          <a:spcPct val="116666"/>
                        </a:lnSpc>
                        <a:defRPr/>
                      </a:pPr>
                      <a:r>
                        <a:rPr lang="en-US" b="false" i="false" strike="noStrike" u="none" sz="1700" spc="130">
                          <a:solidFill>
                            <a:srgbClr val="000000"/>
                          </a:solidFill>
                          <a:latin typeface="微软雅黑"/>
                          <a:ea typeface="微软雅黑"/>
                          <a:cs typeface="微软雅黑"/>
                          <a:sym typeface="微软雅黑"/>
                        </a:rPr>
                        <a:t>项目名称</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9050">
                      <a:solidFill>
                        <a:srgbClr val="8B0012"/>
                      </a:solidFill>
                      <a:prstDash val="solid"/>
                      <a:round/>
                      <a:headEnd type="none" w="med" len="med"/>
                      <a:tailEnd type="none" w="med" len="med"/>
                    </a:lnT>
                    <a:lnB cmpd="sng" algn="ctr" cap="flat" w="9525">
                      <a:solidFill>
                        <a:srgbClr val="8B0012"/>
                      </a:solidFill>
                      <a:prstDash val="solid"/>
                      <a:round/>
                      <a:headEnd type="none" w="med" len="med"/>
                      <a:tailEnd type="none" w="med" len="med"/>
                    </a:lnB>
                    <a:solidFill>
                      <a:srgbClr val="FFFFFF">
                        <a:alpha val="100000"/>
                      </a:srgbClr>
                    </a:solidFill>
                  </a:tcPr>
                </a:tc>
                <a:tc>
                  <a:txBody>
                    <a:bodyPr anchor="t" rtlCol="false"/>
                    <a:lstStyle/>
                    <a:p>
                      <a:pPr algn="ctr" indent="0">
                        <a:lnSpc>
                          <a:spcPct val="116666"/>
                        </a:lnSpc>
                        <a:defRPr/>
                      </a:pPr>
                      <a:r>
                        <a:rPr lang="en-US" b="false" i="false" strike="noStrike" u="none" sz="1700" spc="130">
                          <a:solidFill>
                            <a:srgbClr val="000000"/>
                          </a:solidFill>
                          <a:latin typeface="微软雅黑"/>
                          <a:ea typeface="微软雅黑"/>
                          <a:cs typeface="微软雅黑"/>
                          <a:sym typeface="微软雅黑"/>
                        </a:rPr>
                        <a:t>类型</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9050">
                      <a:solidFill>
                        <a:srgbClr val="8B0012"/>
                      </a:solidFill>
                      <a:prstDash val="solid"/>
                      <a:round/>
                      <a:headEnd type="none" w="med" len="med"/>
                      <a:tailEnd type="none" w="med" len="med"/>
                    </a:lnT>
                    <a:lnB cmpd="sng" algn="ctr" cap="flat" w="9525">
                      <a:solidFill>
                        <a:srgbClr val="8B0012"/>
                      </a:solidFill>
                      <a:prstDash val="solid"/>
                      <a:round/>
                      <a:headEnd type="none" w="med" len="med"/>
                      <a:tailEnd type="none" w="med" len="med"/>
                    </a:lnB>
                    <a:solidFill>
                      <a:srgbClr val="FFFFFF">
                        <a:alpha val="100000"/>
                      </a:srgbClr>
                    </a:solidFill>
                  </a:tcPr>
                </a:tc>
                <a:tc>
                  <a:txBody>
                    <a:bodyPr anchor="t" rtlCol="false"/>
                    <a:lstStyle/>
                    <a:p>
                      <a:pPr algn="ctr" indent="0">
                        <a:lnSpc>
                          <a:spcPct val="116666"/>
                        </a:lnSpc>
                        <a:defRPr/>
                      </a:pPr>
                      <a:r>
                        <a:rPr lang="en-US" b="false" i="false" strike="noStrike" u="none" sz="1700" spc="130">
                          <a:solidFill>
                            <a:srgbClr val="000000"/>
                          </a:solidFill>
                          <a:latin typeface="微软雅黑"/>
                          <a:ea typeface="微软雅黑"/>
                          <a:cs typeface="微软雅黑"/>
                          <a:sym typeface="微软雅黑"/>
                        </a:rPr>
                        <a:t>核心考核点</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9050">
                      <a:solidFill>
                        <a:srgbClr val="8B0012"/>
                      </a:solidFill>
                      <a:prstDash val="solid"/>
                      <a:round/>
                      <a:headEnd type="none" w="med" len="med"/>
                      <a:tailEnd type="none" w="med" len="med"/>
                    </a:lnT>
                    <a:lnB cmpd="sng" algn="ctr" cap="flat" w="9525">
                      <a:solidFill>
                        <a:srgbClr val="8B0012"/>
                      </a:solidFill>
                      <a:prstDash val="solid"/>
                      <a:round/>
                      <a:headEnd type="none" w="med" len="med"/>
                      <a:tailEnd type="none" w="med" len="med"/>
                    </a:lnB>
                    <a:solidFill>
                      <a:srgbClr val="FFFFFF">
                        <a:alpha val="100000"/>
                      </a:srgbClr>
                    </a:solidFill>
                  </a:tcPr>
                </a:tc>
              </a:tr>
              <a:tr h="543560">
                <a:tc>
                  <a:txBody>
                    <a:bodyPr anchor="t" rtlCol="false"/>
                    <a:lstStyle/>
                    <a:p>
                      <a:pPr algn="ctr" indent="0">
                        <a:lnSpc>
                          <a:spcPct val="116666"/>
                        </a:lnSpc>
                        <a:defRPr/>
                      </a:pPr>
                      <a:r>
                        <a:rPr lang="en-US" b="false" i="false" strike="noStrike" u="none" sz="1500" spc="120">
                          <a:solidFill>
                            <a:srgbClr val="000000"/>
                          </a:solidFill>
                          <a:latin typeface="Arial"/>
                          <a:ea typeface="Arial"/>
                          <a:cs typeface="Arial"/>
                          <a:sym typeface="Arial"/>
                        </a:rPr>
                        <a:t>5</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9525">
                      <a:solidFill>
                        <a:srgbClr val="8B0012"/>
                      </a:solidFill>
                      <a:prstDash val="solid"/>
                      <a:round/>
                      <a:headEnd type="none" w="med" len="med"/>
                      <a:tailEnd type="none" w="med" len="med"/>
                    </a:lnT>
                    <a:lnB cmpd="sng" algn="ctr" cap="flat" w="19050">
                      <a:solidFill>
                        <a:srgbClr val="8B0012"/>
                      </a:solidFill>
                      <a:prstDash val="solid"/>
                      <a:round/>
                      <a:headEnd type="none" w="med" len="med"/>
                      <a:tailEnd type="none" w="med" len="med"/>
                    </a:lnB>
                    <a:solidFill>
                      <a:srgbClr val="FFFFFF">
                        <a:alpha val="100000"/>
                      </a:srgbClr>
                    </a:solidFill>
                  </a:tcPr>
                </a:tc>
                <a:tc>
                  <a:txBody>
                    <a:bodyPr anchor="t" rtlCol="false"/>
                    <a:lstStyle/>
                    <a:p>
                      <a:pPr algn="l" indent="0">
                        <a:lnSpc>
                          <a:spcPct val="116666"/>
                        </a:lnSpc>
                        <a:defRPr/>
                      </a:pPr>
                      <a:r>
                        <a:rPr lang="en-US" b="false" i="false" strike="noStrike" u="none" sz="1500" spc="120">
                          <a:solidFill>
                            <a:srgbClr val="000000"/>
                          </a:solidFill>
                          <a:latin typeface="微软雅黑"/>
                          <a:ea typeface="微软雅黑"/>
                          <a:cs typeface="微软雅黑"/>
                          <a:sym typeface="微软雅黑"/>
                        </a:rPr>
                        <a:t>环境搭建与工具链</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9525">
                      <a:solidFill>
                        <a:srgbClr val="8B0012"/>
                      </a:solidFill>
                      <a:prstDash val="solid"/>
                      <a:round/>
                      <a:headEnd type="none" w="med" len="med"/>
                      <a:tailEnd type="none" w="med" len="med"/>
                    </a:lnT>
                    <a:lnB cmpd="sng" algn="ctr" cap="flat" w="19050">
                      <a:solidFill>
                        <a:srgbClr val="8B0012"/>
                      </a:solidFill>
                      <a:prstDash val="solid"/>
                      <a:round/>
                      <a:headEnd type="none" w="med" len="med"/>
                      <a:tailEnd type="none" w="med" len="med"/>
                    </a:lnB>
                    <a:solidFill>
                      <a:srgbClr val="FFFFFF">
                        <a:alpha val="100000"/>
                      </a:srgbClr>
                    </a:solidFill>
                  </a:tcPr>
                </a:tc>
                <a:tc>
                  <a:txBody>
                    <a:bodyPr anchor="t" rtlCol="false"/>
                    <a:lstStyle/>
                    <a:p>
                      <a:pPr algn="ctr" indent="0">
                        <a:lnSpc>
                          <a:spcPct val="116666"/>
                        </a:lnSpc>
                        <a:defRPr/>
                      </a:pPr>
                      <a:r>
                        <a:rPr lang="en-US" b="false" i="false" strike="noStrike" u="none" sz="1500" spc="120">
                          <a:solidFill>
                            <a:srgbClr val="000000"/>
                          </a:solidFill>
                          <a:latin typeface="微软雅黑"/>
                          <a:ea typeface="微软雅黑"/>
                          <a:cs typeface="微软雅黑"/>
                          <a:sym typeface="微软雅黑"/>
                        </a:rPr>
                        <a:t>实验课</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9525">
                      <a:solidFill>
                        <a:srgbClr val="8B0012"/>
                      </a:solidFill>
                      <a:prstDash val="solid"/>
                      <a:round/>
                      <a:headEnd type="none" w="med" len="med"/>
                      <a:tailEnd type="none" w="med" len="med"/>
                    </a:lnT>
                    <a:lnB cmpd="sng" algn="ctr" cap="flat" w="19050">
                      <a:solidFill>
                        <a:srgbClr val="8B0012"/>
                      </a:solidFill>
                      <a:prstDash val="solid"/>
                      <a:round/>
                      <a:headEnd type="none" w="med" len="med"/>
                      <a:tailEnd type="none" w="med" len="med"/>
                    </a:lnB>
                    <a:solidFill>
                      <a:srgbClr val="FFFFFF">
                        <a:alpha val="100000"/>
                      </a:srgbClr>
                    </a:solidFill>
                  </a:tcPr>
                </a:tc>
                <a:tc>
                  <a:txBody>
                    <a:bodyPr anchor="t" rtlCol="false"/>
                    <a:lstStyle/>
                    <a:p>
                      <a:pPr algn="ctr" indent="0">
                        <a:lnSpc>
                          <a:spcPct val="116666"/>
                        </a:lnSpc>
                        <a:defRPr/>
                      </a:pPr>
                      <a:r>
                        <a:rPr lang="en-US" b="false" i="false" strike="noStrike" u="none" sz="1500" spc="120">
                          <a:solidFill>
                            <a:srgbClr val="000000"/>
                          </a:solidFill>
                          <a:latin typeface="微软雅黑"/>
                          <a:ea typeface="微软雅黑"/>
                          <a:cs typeface="微软雅黑"/>
                          <a:sym typeface="微软雅黑"/>
                        </a:rPr>
                        <a:t>四阶段操作验证</a:t>
                      </a:r>
                      <a:r>
                        <a:rPr lang="en-US" b="false" i="false" strike="noStrike" u="none" sz="1500" spc="120">
                          <a:solidFill>
                            <a:srgbClr val="000000"/>
                          </a:solidFill>
                          <a:latin typeface="Arial"/>
                          <a:ea typeface="Arial"/>
                          <a:cs typeface="Arial"/>
                          <a:sym typeface="Arial"/>
                        </a:rPr>
                        <a:t> + </a:t>
                      </a:r>
                      <a:r>
                        <a:rPr lang="en-US" b="false" i="false" strike="noStrike" u="none" sz="1500" spc="120">
                          <a:solidFill>
                            <a:srgbClr val="000000"/>
                          </a:solidFill>
                          <a:latin typeface="微软雅黑"/>
                          <a:ea typeface="微软雅黑"/>
                          <a:cs typeface="微软雅黑"/>
                          <a:sym typeface="微软雅黑"/>
                        </a:rPr>
                        <a:t>实验报告</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9525">
                      <a:solidFill>
                        <a:srgbClr val="8B0012"/>
                      </a:solidFill>
                      <a:prstDash val="solid"/>
                      <a:round/>
                      <a:headEnd type="none" w="med" len="med"/>
                      <a:tailEnd type="none" w="med" len="med"/>
                    </a:lnT>
                    <a:lnB cmpd="sng" algn="ctr" cap="flat" w="19050">
                      <a:solidFill>
                        <a:srgbClr val="8B0012"/>
                      </a:solidFill>
                      <a:prstDash val="solid"/>
                      <a:round/>
                      <a:headEnd type="none" w="med" len="med"/>
                      <a:tailEnd type="none" w="med" len="med"/>
                    </a:lnB>
                    <a:solidFill>
                      <a:srgbClr val="FFFFFF">
                        <a:alpha val="100000"/>
                      </a:srgbClr>
                    </a:solidFill>
                  </a:tcPr>
                </a:tc>
              </a:tr>
              <a:tr h="543560">
                <a:tc>
                  <a:txBody>
                    <a:bodyPr anchor="t" rtlCol="false"/>
                    <a:lstStyle/>
                    <a:p>
                      <a:pPr algn="ctr" indent="0">
                        <a:lnSpc>
                          <a:spcPct val="116666"/>
                        </a:lnSpc>
                        <a:defRPr/>
                      </a:pPr>
                      <a:r>
                        <a:rPr lang="en-US" b="false" i="false" strike="noStrike" u="none" sz="1500" spc="120">
                          <a:solidFill>
                            <a:srgbClr val="000000"/>
                          </a:solidFill>
                          <a:latin typeface="Arial"/>
                          <a:ea typeface="Arial"/>
                          <a:cs typeface="Arial"/>
                          <a:sym typeface="Arial"/>
                        </a:rPr>
                        <a:t>9</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9050">
                      <a:solidFill>
                        <a:srgbClr val="8B0012"/>
                      </a:solidFill>
                      <a:prstDash val="solid"/>
                      <a:round/>
                      <a:headEnd type="none" w="med" len="med"/>
                      <a:tailEnd type="none" w="med" len="med"/>
                    </a:lnT>
                    <a:lnB cmpd="sng" algn="ctr" cap="flat" w="19050">
                      <a:solidFill>
                        <a:srgbClr val="8B0012"/>
                      </a:solidFill>
                      <a:prstDash val="solid"/>
                      <a:round/>
                      <a:headEnd type="none" w="med" len="med"/>
                      <a:tailEnd type="none" w="med" len="med"/>
                    </a:lnB>
                    <a:solidFill>
                      <a:srgbClr val="FFFFFF">
                        <a:alpha val="100000"/>
                      </a:srgbClr>
                    </a:solidFill>
                  </a:tcPr>
                </a:tc>
                <a:tc>
                  <a:txBody>
                    <a:bodyPr anchor="t" rtlCol="false"/>
                    <a:lstStyle/>
                    <a:p>
                      <a:pPr algn="l" indent="0">
                        <a:lnSpc>
                          <a:spcPct val="116666"/>
                        </a:lnSpc>
                        <a:defRPr/>
                      </a:pPr>
                      <a:r>
                        <a:rPr lang="en-US" b="false" i="false" strike="noStrike" u="none" sz="1500" spc="120">
                          <a:solidFill>
                            <a:srgbClr val="000000"/>
                          </a:solidFill>
                          <a:latin typeface="Arial"/>
                          <a:ea typeface="Arial"/>
                          <a:cs typeface="Arial"/>
                          <a:sym typeface="Arial"/>
                        </a:rPr>
                        <a:t>Softmax Kernel</a:t>
                      </a:r>
                      <a:r>
                        <a:rPr lang="en-US" b="false" i="false" strike="noStrike" u="none" sz="1500" spc="120">
                          <a:solidFill>
                            <a:srgbClr val="000000"/>
                          </a:solidFill>
                          <a:latin typeface="微软雅黑"/>
                          <a:ea typeface="微软雅黑"/>
                          <a:cs typeface="微软雅黑"/>
                          <a:sym typeface="微软雅黑"/>
                        </a:rPr>
                        <a:t>（期中）</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9050">
                      <a:solidFill>
                        <a:srgbClr val="8B0012"/>
                      </a:solidFill>
                      <a:prstDash val="solid"/>
                      <a:round/>
                      <a:headEnd type="none" w="med" len="med"/>
                      <a:tailEnd type="none" w="med" len="med"/>
                    </a:lnT>
                    <a:lnB cmpd="sng" algn="ctr" cap="flat" w="19050">
                      <a:solidFill>
                        <a:srgbClr val="8B0012"/>
                      </a:solidFill>
                      <a:prstDash val="solid"/>
                      <a:round/>
                      <a:headEnd type="none" w="med" len="med"/>
                      <a:tailEnd type="none" w="med" len="med"/>
                    </a:lnB>
                    <a:solidFill>
                      <a:srgbClr val="FFFFFF">
                        <a:alpha val="100000"/>
                      </a:srgbClr>
                    </a:solidFill>
                  </a:tcPr>
                </a:tc>
                <a:tc>
                  <a:txBody>
                    <a:bodyPr anchor="t" rtlCol="false"/>
                    <a:lstStyle/>
                    <a:p>
                      <a:pPr algn="ctr" indent="0">
                        <a:lnSpc>
                          <a:spcPct val="116666"/>
                        </a:lnSpc>
                        <a:defRPr/>
                      </a:pPr>
                      <a:r>
                        <a:rPr lang="en-US" b="false" i="false" strike="noStrike" u="none" sz="1500" spc="120">
                          <a:solidFill>
                            <a:srgbClr val="000000"/>
                          </a:solidFill>
                          <a:latin typeface="微软雅黑"/>
                          <a:ea typeface="微软雅黑"/>
                          <a:cs typeface="微软雅黑"/>
                          <a:sym typeface="微软雅黑"/>
                        </a:rPr>
                        <a:t>个人项目</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9050">
                      <a:solidFill>
                        <a:srgbClr val="8B0012"/>
                      </a:solidFill>
                      <a:prstDash val="solid"/>
                      <a:round/>
                      <a:headEnd type="none" w="med" len="med"/>
                      <a:tailEnd type="none" w="med" len="med"/>
                    </a:lnT>
                    <a:lnB cmpd="sng" algn="ctr" cap="flat" w="19050">
                      <a:solidFill>
                        <a:srgbClr val="8B0012"/>
                      </a:solidFill>
                      <a:prstDash val="solid"/>
                      <a:round/>
                      <a:headEnd type="none" w="med" len="med"/>
                      <a:tailEnd type="none" w="med" len="med"/>
                    </a:lnB>
                    <a:solidFill>
                      <a:srgbClr val="FFFFFF">
                        <a:alpha val="100000"/>
                      </a:srgbClr>
                    </a:solidFill>
                  </a:tcPr>
                </a:tc>
                <a:tc>
                  <a:txBody>
                    <a:bodyPr anchor="t" rtlCol="false"/>
                    <a:lstStyle/>
                    <a:p>
                      <a:pPr algn="ctr" indent="0">
                        <a:lnSpc>
                          <a:spcPct val="116666"/>
                        </a:lnSpc>
                        <a:defRPr/>
                      </a:pPr>
                      <a:r>
                        <a:rPr lang="en-US" b="false" i="false" strike="noStrike" u="none" sz="1500" spc="120">
                          <a:solidFill>
                            <a:srgbClr val="000000"/>
                          </a:solidFill>
                          <a:latin typeface="微软雅黑"/>
                          <a:ea typeface="微软雅黑"/>
                          <a:cs typeface="微软雅黑"/>
                          <a:sym typeface="微软雅黑"/>
                        </a:rPr>
                        <a:t>正确性</a:t>
                      </a:r>
                      <a:r>
                        <a:rPr lang="en-US" b="false" i="false" strike="noStrike" u="none" sz="1500" spc="120">
                          <a:solidFill>
                            <a:srgbClr val="000000"/>
                          </a:solidFill>
                          <a:latin typeface="Arial"/>
                          <a:ea typeface="Arial"/>
                          <a:cs typeface="Arial"/>
                          <a:sym typeface="Arial"/>
                        </a:rPr>
                        <a:t> 40</a:t>
                      </a:r>
                      <a:r>
                        <a:rPr lang="en-US" b="false" i="false" strike="noStrike" u="none" sz="1500" spc="120">
                          <a:solidFill>
                            <a:srgbClr val="000000"/>
                          </a:solidFill>
                          <a:latin typeface="微软雅黑"/>
                          <a:ea typeface="微软雅黑"/>
                          <a:cs typeface="微软雅黑"/>
                          <a:sym typeface="微软雅黑"/>
                        </a:rPr>
                        <a:t>分</a:t>
                      </a:r>
                      <a:r>
                        <a:rPr lang="en-US" b="false" i="false" strike="noStrike" u="none" sz="1500" spc="120">
                          <a:solidFill>
                            <a:srgbClr val="000000"/>
                          </a:solidFill>
                          <a:latin typeface="Arial"/>
                          <a:ea typeface="Arial"/>
                          <a:cs typeface="Arial"/>
                          <a:sym typeface="Arial"/>
                        </a:rPr>
                        <a:t> + </a:t>
                      </a:r>
                      <a:r>
                        <a:rPr lang="en-US" b="false" i="false" strike="noStrike" u="none" sz="1500" spc="120">
                          <a:solidFill>
                            <a:srgbClr val="000000"/>
                          </a:solidFill>
                          <a:latin typeface="微软雅黑"/>
                          <a:ea typeface="微软雅黑"/>
                          <a:cs typeface="微软雅黑"/>
                          <a:sym typeface="微软雅黑"/>
                        </a:rPr>
                        <a:t>性能</a:t>
                      </a:r>
                      <a:r>
                        <a:rPr lang="en-US" b="false" i="false" strike="noStrike" u="none" sz="1500" spc="120">
                          <a:solidFill>
                            <a:srgbClr val="000000"/>
                          </a:solidFill>
                          <a:latin typeface="Arial"/>
                          <a:ea typeface="Arial"/>
                          <a:cs typeface="Arial"/>
                          <a:sym typeface="Arial"/>
                        </a:rPr>
                        <a:t>70%</a:t>
                      </a:r>
                      <a:r>
                        <a:rPr lang="en-US" b="false" i="false" strike="noStrike" u="none" sz="1500" spc="120">
                          <a:solidFill>
                            <a:srgbClr val="000000"/>
                          </a:solidFill>
                          <a:latin typeface="微软雅黑"/>
                          <a:ea typeface="微软雅黑"/>
                          <a:cs typeface="微软雅黑"/>
                          <a:sym typeface="微软雅黑"/>
                        </a:rPr>
                        <a:t>门槛</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9050">
                      <a:solidFill>
                        <a:srgbClr val="8B0012"/>
                      </a:solidFill>
                      <a:prstDash val="solid"/>
                      <a:round/>
                      <a:headEnd type="none" w="med" len="med"/>
                      <a:tailEnd type="none" w="med" len="med"/>
                    </a:lnT>
                    <a:lnB cmpd="sng" algn="ctr" cap="flat" w="19050">
                      <a:solidFill>
                        <a:srgbClr val="8B0012"/>
                      </a:solidFill>
                      <a:prstDash val="solid"/>
                      <a:round/>
                      <a:headEnd type="none" w="med" len="med"/>
                      <a:tailEnd type="none" w="med" len="med"/>
                    </a:lnB>
                    <a:solidFill>
                      <a:srgbClr val="FFFFFF">
                        <a:alpha val="100000"/>
                      </a:srgbClr>
                    </a:solidFill>
                  </a:tcPr>
                </a:tc>
              </a:tr>
              <a:tr h="543560">
                <a:tc>
                  <a:txBody>
                    <a:bodyPr anchor="t" rtlCol="false"/>
                    <a:lstStyle/>
                    <a:p>
                      <a:pPr algn="ctr" indent="0">
                        <a:lnSpc>
                          <a:spcPct val="116666"/>
                        </a:lnSpc>
                        <a:defRPr/>
                      </a:pPr>
                      <a:r>
                        <a:rPr lang="en-US" b="false" i="false" strike="noStrike" u="none" sz="1500" spc="120">
                          <a:solidFill>
                            <a:srgbClr val="000000"/>
                          </a:solidFill>
                          <a:latin typeface="Arial"/>
                          <a:ea typeface="Arial"/>
                          <a:cs typeface="Arial"/>
                          <a:sym typeface="Arial"/>
                        </a:rPr>
                        <a:t>18</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9050">
                      <a:solidFill>
                        <a:srgbClr val="8B0012"/>
                      </a:solidFill>
                      <a:prstDash val="solid"/>
                      <a:round/>
                      <a:headEnd type="none" w="med" len="med"/>
                      <a:tailEnd type="none" w="med" len="med"/>
                    </a:lnT>
                    <a:lnB cmpd="sng" algn="ctr" cap="flat" w="19050">
                      <a:solidFill>
                        <a:srgbClr val="8B0012"/>
                      </a:solidFill>
                      <a:prstDash val="solid"/>
                      <a:round/>
                      <a:headEnd type="none" w="med" len="med"/>
                      <a:tailEnd type="none" w="med" len="med"/>
                    </a:lnB>
                    <a:solidFill>
                      <a:srgbClr val="FFFFFF">
                        <a:alpha val="100000"/>
                      </a:srgbClr>
                    </a:solidFill>
                  </a:tcPr>
                </a:tc>
                <a:tc>
                  <a:txBody>
                    <a:bodyPr anchor="t" rtlCol="false"/>
                    <a:lstStyle/>
                    <a:p>
                      <a:pPr algn="l" indent="0">
                        <a:lnSpc>
                          <a:spcPct val="116666"/>
                        </a:lnSpc>
                        <a:defRPr/>
                      </a:pPr>
                      <a:r>
                        <a:rPr lang="en-US" b="false" i="false" strike="noStrike" u="none" sz="1500" spc="120">
                          <a:solidFill>
                            <a:srgbClr val="000000"/>
                          </a:solidFill>
                          <a:latin typeface="Arial"/>
                          <a:ea typeface="Arial"/>
                          <a:cs typeface="Arial"/>
                          <a:sym typeface="Arial"/>
                        </a:rPr>
                        <a:t>RMSNorm+Residual </a:t>
                      </a:r>
                      <a:r>
                        <a:rPr lang="en-US" b="false" i="false" strike="noStrike" u="none" sz="1500" spc="120">
                          <a:solidFill>
                            <a:srgbClr val="000000"/>
                          </a:solidFill>
                          <a:latin typeface="微软雅黑"/>
                          <a:ea typeface="微软雅黑"/>
                          <a:cs typeface="微软雅黑"/>
                          <a:sym typeface="微软雅黑"/>
                        </a:rPr>
                        <a:t>融合（期末）</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9050">
                      <a:solidFill>
                        <a:srgbClr val="8B0012"/>
                      </a:solidFill>
                      <a:prstDash val="solid"/>
                      <a:round/>
                      <a:headEnd type="none" w="med" len="med"/>
                      <a:tailEnd type="none" w="med" len="med"/>
                    </a:lnT>
                    <a:lnB cmpd="sng" algn="ctr" cap="flat" w="19050">
                      <a:solidFill>
                        <a:srgbClr val="8B0012"/>
                      </a:solidFill>
                      <a:prstDash val="solid"/>
                      <a:round/>
                      <a:headEnd type="none" w="med" len="med"/>
                      <a:tailEnd type="none" w="med" len="med"/>
                    </a:lnB>
                    <a:solidFill>
                      <a:srgbClr val="FFFFFF">
                        <a:alpha val="100000"/>
                      </a:srgbClr>
                    </a:solidFill>
                  </a:tcPr>
                </a:tc>
                <a:tc>
                  <a:txBody>
                    <a:bodyPr anchor="t" rtlCol="false"/>
                    <a:lstStyle/>
                    <a:p>
                      <a:pPr algn="ctr" indent="0">
                        <a:lnSpc>
                          <a:spcPct val="116666"/>
                        </a:lnSpc>
                        <a:defRPr/>
                      </a:pPr>
                      <a:r>
                        <a:rPr lang="en-US" b="false" i="false" strike="noStrike" u="none" sz="1500" spc="120">
                          <a:solidFill>
                            <a:srgbClr val="000000"/>
                          </a:solidFill>
                          <a:latin typeface="微软雅黑"/>
                          <a:ea typeface="微软雅黑"/>
                          <a:cs typeface="微软雅黑"/>
                          <a:sym typeface="微软雅黑"/>
                        </a:rPr>
                        <a:t>个人项目</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9050">
                      <a:solidFill>
                        <a:srgbClr val="8B0012"/>
                      </a:solidFill>
                      <a:prstDash val="solid"/>
                      <a:round/>
                      <a:headEnd type="none" w="med" len="med"/>
                      <a:tailEnd type="none" w="med" len="med"/>
                    </a:lnT>
                    <a:lnB cmpd="sng" algn="ctr" cap="flat" w="19050">
                      <a:solidFill>
                        <a:srgbClr val="8B0012"/>
                      </a:solidFill>
                      <a:prstDash val="solid"/>
                      <a:round/>
                      <a:headEnd type="none" w="med" len="med"/>
                      <a:tailEnd type="none" w="med" len="med"/>
                    </a:lnB>
                    <a:solidFill>
                      <a:srgbClr val="FFFFFF">
                        <a:alpha val="100000"/>
                      </a:srgbClr>
                    </a:solidFill>
                  </a:tcPr>
                </a:tc>
                <a:tc>
                  <a:txBody>
                    <a:bodyPr anchor="t" rtlCol="false"/>
                    <a:lstStyle/>
                    <a:p>
                      <a:pPr algn="ctr" indent="0">
                        <a:lnSpc>
                          <a:spcPct val="116666"/>
                        </a:lnSpc>
                        <a:defRPr/>
                      </a:pPr>
                      <a:r>
                        <a:rPr lang="en-US" b="false" i="false" strike="noStrike" u="none" sz="1500" spc="120">
                          <a:solidFill>
                            <a:srgbClr val="000000"/>
                          </a:solidFill>
                          <a:latin typeface="微软雅黑"/>
                          <a:ea typeface="微软雅黑"/>
                          <a:cs typeface="微软雅黑"/>
                          <a:sym typeface="微软雅黑"/>
                        </a:rPr>
                        <a:t>性能需达</a:t>
                      </a:r>
                      <a:r>
                        <a:rPr lang="en-US" b="false" i="false" strike="noStrike" u="none" sz="1500" spc="120">
                          <a:solidFill>
                            <a:srgbClr val="000000"/>
                          </a:solidFill>
                          <a:latin typeface="Arial"/>
                          <a:ea typeface="Arial"/>
                          <a:cs typeface="Arial"/>
                          <a:sym typeface="Arial"/>
                        </a:rPr>
                        <a:t>FlagGems</a:t>
                      </a:r>
                      <a:r>
                        <a:rPr lang="en-US" b="false" i="false" strike="noStrike" u="none" sz="1500" spc="120">
                          <a:solidFill>
                            <a:srgbClr val="000000"/>
                          </a:solidFill>
                          <a:latin typeface="微软雅黑"/>
                          <a:ea typeface="微软雅黑"/>
                          <a:cs typeface="微软雅黑"/>
                          <a:sym typeface="微软雅黑"/>
                        </a:rPr>
                        <a:t>基准</a:t>
                      </a:r>
                      <a:r>
                        <a:rPr lang="en-US" b="false" i="false" strike="noStrike" u="none" sz="1500" spc="120">
                          <a:solidFill>
                            <a:srgbClr val="000000"/>
                          </a:solidFill>
                          <a:latin typeface="Arial"/>
                          <a:ea typeface="Arial"/>
                          <a:cs typeface="Arial"/>
                          <a:sym typeface="Arial"/>
                        </a:rPr>
                        <a:t>90%</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9050">
                      <a:solidFill>
                        <a:srgbClr val="8B0012"/>
                      </a:solidFill>
                      <a:prstDash val="solid"/>
                      <a:round/>
                      <a:headEnd type="none" w="med" len="med"/>
                      <a:tailEnd type="none" w="med" len="med"/>
                    </a:lnT>
                    <a:lnB cmpd="sng" algn="ctr" cap="flat" w="19050">
                      <a:solidFill>
                        <a:srgbClr val="8B0012"/>
                      </a:solidFill>
                      <a:prstDash val="solid"/>
                      <a:round/>
                      <a:headEnd type="none" w="med" len="med"/>
                      <a:tailEnd type="none" w="med" len="med"/>
                    </a:lnB>
                    <a:solidFill>
                      <a:srgbClr val="FFFFFF">
                        <a:alpha val="100000"/>
                      </a:srgbClr>
                    </a:solidFill>
                  </a:tcPr>
                </a:tc>
              </a:tr>
              <a:tr h="847090">
                <a:tc>
                  <a:txBody>
                    <a:bodyPr anchor="t" rtlCol="false"/>
                    <a:lstStyle/>
                    <a:p>
                      <a:pPr algn="ctr" indent="0">
                        <a:lnSpc>
                          <a:spcPct val="116666"/>
                        </a:lnSpc>
                        <a:defRPr/>
                      </a:pPr>
                      <a:r>
                        <a:rPr lang="en-US" b="false" i="false" strike="noStrike" u="none" sz="1500" spc="120">
                          <a:solidFill>
                            <a:srgbClr val="000000"/>
                          </a:solidFill>
                          <a:latin typeface="Arial"/>
                          <a:ea typeface="Arial"/>
                          <a:cs typeface="Arial"/>
                          <a:sym typeface="Arial"/>
                        </a:rPr>
                        <a:t>27</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9050">
                      <a:solidFill>
                        <a:srgbClr val="8B0012"/>
                      </a:solidFill>
                      <a:prstDash val="solid"/>
                      <a:round/>
                      <a:headEnd type="none" w="med" len="med"/>
                      <a:tailEnd type="none" w="med" len="med"/>
                    </a:lnT>
                    <a:lnB cmpd="sng" algn="ctr" cap="flat" w="19050">
                      <a:solidFill>
                        <a:srgbClr val="8B0012"/>
                      </a:solidFill>
                      <a:prstDash val="solid"/>
                      <a:round/>
                      <a:headEnd type="none" w="med" len="med"/>
                      <a:tailEnd type="none" w="med" len="med"/>
                    </a:lnB>
                    <a:solidFill>
                      <a:srgbClr val="FFFFFF">
                        <a:alpha val="100000"/>
                      </a:srgbClr>
                    </a:solidFill>
                  </a:tcPr>
                </a:tc>
                <a:tc>
                  <a:txBody>
                    <a:bodyPr anchor="t" rtlCol="false"/>
                    <a:lstStyle/>
                    <a:p>
                      <a:pPr algn="l" indent="0">
                        <a:lnSpc>
                          <a:spcPct val="116666"/>
                        </a:lnSpc>
                        <a:defRPr/>
                      </a:pPr>
                      <a:r>
                        <a:rPr lang="en-US" b="false" i="false" strike="noStrike" u="none" sz="1500" spc="120">
                          <a:solidFill>
                            <a:srgbClr val="000000"/>
                          </a:solidFill>
                          <a:latin typeface="Arial"/>
                          <a:ea typeface="Arial"/>
                          <a:cs typeface="Arial"/>
                          <a:sym typeface="Arial"/>
                        </a:rPr>
                        <a:t>FlagTree Pass </a:t>
                      </a:r>
                      <a:r>
                        <a:rPr lang="en-US" b="false" i="false" strike="noStrike" u="none" sz="1500" spc="120">
                          <a:solidFill>
                            <a:srgbClr val="000000"/>
                          </a:solidFill>
                          <a:latin typeface="微软雅黑"/>
                          <a:ea typeface="微软雅黑"/>
                          <a:cs typeface="微软雅黑"/>
                          <a:sym typeface="微软雅黑"/>
                        </a:rPr>
                        <a:t>贡献（期末）</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9050">
                      <a:solidFill>
                        <a:srgbClr val="8B0012"/>
                      </a:solidFill>
                      <a:prstDash val="solid"/>
                      <a:round/>
                      <a:headEnd type="none" w="med" len="med"/>
                      <a:tailEnd type="none" w="med" len="med"/>
                    </a:lnT>
                    <a:lnB cmpd="sng" algn="ctr" cap="flat" w="19050">
                      <a:solidFill>
                        <a:srgbClr val="8B0012"/>
                      </a:solidFill>
                      <a:prstDash val="solid"/>
                      <a:round/>
                      <a:headEnd type="none" w="med" len="med"/>
                      <a:tailEnd type="none" w="med" len="med"/>
                    </a:lnB>
                    <a:solidFill>
                      <a:srgbClr val="FFFFFF">
                        <a:alpha val="100000"/>
                      </a:srgbClr>
                    </a:solidFill>
                  </a:tcPr>
                </a:tc>
                <a:tc>
                  <a:txBody>
                    <a:bodyPr anchor="t" rtlCol="false"/>
                    <a:lstStyle/>
                    <a:p>
                      <a:pPr algn="ctr" indent="0">
                        <a:lnSpc>
                          <a:spcPct val="116666"/>
                        </a:lnSpc>
                        <a:defRPr/>
                      </a:pPr>
                      <a:r>
                        <a:rPr lang="en-US" b="false" i="false" strike="noStrike" u="none" sz="1500" spc="120">
                          <a:solidFill>
                            <a:srgbClr val="000000"/>
                          </a:solidFill>
                          <a:latin typeface="微软雅黑"/>
                          <a:ea typeface="微软雅黑"/>
                          <a:cs typeface="微软雅黑"/>
                          <a:sym typeface="微软雅黑"/>
                        </a:rPr>
                        <a:t>个人项目</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9050">
                      <a:solidFill>
                        <a:srgbClr val="8B0012"/>
                      </a:solidFill>
                      <a:prstDash val="solid"/>
                      <a:round/>
                      <a:headEnd type="none" w="med" len="med"/>
                      <a:tailEnd type="none" w="med" len="med"/>
                    </a:lnT>
                    <a:lnB cmpd="sng" algn="ctr" cap="flat" w="19050">
                      <a:solidFill>
                        <a:srgbClr val="8B0012"/>
                      </a:solidFill>
                      <a:prstDash val="solid"/>
                      <a:round/>
                      <a:headEnd type="none" w="med" len="med"/>
                      <a:tailEnd type="none" w="med" len="med"/>
                    </a:lnB>
                    <a:solidFill>
                      <a:srgbClr val="FFFFFF">
                        <a:alpha val="100000"/>
                      </a:srgbClr>
                    </a:solidFill>
                  </a:tcPr>
                </a:tc>
                <a:tc>
                  <a:txBody>
                    <a:bodyPr anchor="t" rtlCol="false"/>
                    <a:lstStyle/>
                    <a:p>
                      <a:pPr algn="ctr" indent="0">
                        <a:lnSpc>
                          <a:spcPct val="116666"/>
                        </a:lnSpc>
                        <a:defRPr/>
                      </a:pPr>
                      <a:r>
                        <a:rPr lang="en-US" b="false" i="false" strike="noStrike" u="none" sz="1500" spc="120">
                          <a:solidFill>
                            <a:srgbClr val="000000"/>
                          </a:solidFill>
                          <a:latin typeface="微软雅黑"/>
                          <a:ea typeface="微软雅黑"/>
                          <a:cs typeface="微软雅黑"/>
                          <a:sym typeface="微软雅黑"/>
                        </a:rPr>
                        <a:t>三方向任选，</a:t>
                      </a:r>
                      <a:r>
                        <a:rPr lang="en-US" b="false" i="false" strike="noStrike" u="none" sz="1500" spc="120">
                          <a:solidFill>
                            <a:srgbClr val="000000"/>
                          </a:solidFill>
                          <a:latin typeface="Arial"/>
                          <a:ea typeface="Arial"/>
                          <a:cs typeface="Arial"/>
                          <a:sym typeface="Arial"/>
                        </a:rPr>
                        <a:t>FileCheck</a:t>
                      </a:r>
                      <a:r>
                        <a:rPr lang="en-US" b="false" i="false" strike="noStrike" u="none" sz="1500" spc="120">
                          <a:solidFill>
                            <a:srgbClr val="000000"/>
                          </a:solidFill>
                          <a:latin typeface="微软雅黑"/>
                          <a:ea typeface="微软雅黑"/>
                          <a:cs typeface="微软雅黑"/>
                          <a:sym typeface="微软雅黑"/>
                        </a:rPr>
                        <a:t>测试验证</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9050">
                      <a:solidFill>
                        <a:srgbClr val="8B0012"/>
                      </a:solidFill>
                      <a:prstDash val="solid"/>
                      <a:round/>
                      <a:headEnd type="none" w="med" len="med"/>
                      <a:tailEnd type="none" w="med" len="med"/>
                    </a:lnT>
                    <a:lnB cmpd="sng" algn="ctr" cap="flat" w="19050">
                      <a:solidFill>
                        <a:srgbClr val="8B0012"/>
                      </a:solidFill>
                      <a:prstDash val="solid"/>
                      <a:round/>
                      <a:headEnd type="none" w="med" len="med"/>
                      <a:tailEnd type="none" w="med" len="med"/>
                    </a:lnB>
                    <a:solidFill>
                      <a:srgbClr val="FFFFFF">
                        <a:alpha val="100000"/>
                      </a:srgbClr>
                    </a:solidFill>
                  </a:tcPr>
                </a:tc>
              </a:tr>
              <a:tr h="543560">
                <a:tc>
                  <a:txBody>
                    <a:bodyPr anchor="t" rtlCol="false"/>
                    <a:lstStyle/>
                    <a:p>
                      <a:pPr algn="ctr" indent="0">
                        <a:lnSpc>
                          <a:spcPct val="116666"/>
                        </a:lnSpc>
                        <a:defRPr/>
                      </a:pPr>
                      <a:r>
                        <a:rPr lang="en-US" b="false" i="false" strike="noStrike" u="none" sz="1500" spc="120">
                          <a:solidFill>
                            <a:srgbClr val="000000"/>
                          </a:solidFill>
                          <a:latin typeface="Arial"/>
                          <a:ea typeface="Arial"/>
                          <a:cs typeface="Arial"/>
                          <a:sym typeface="Arial"/>
                        </a:rPr>
                        <a:t>36</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9050">
                      <a:solidFill>
                        <a:srgbClr val="8B0012"/>
                      </a:solidFill>
                      <a:prstDash val="solid"/>
                      <a:round/>
                      <a:headEnd type="none" w="med" len="med"/>
                      <a:tailEnd type="none" w="med" len="med"/>
                    </a:lnT>
                    <a:lnB cmpd="sng" algn="ctr" cap="flat" w="19050">
                      <a:solidFill>
                        <a:srgbClr val="8B0012"/>
                      </a:solidFill>
                      <a:prstDash val="solid"/>
                      <a:round/>
                      <a:headEnd type="none" w="med" len="med"/>
                      <a:tailEnd type="none" w="med" len="med"/>
                    </a:lnB>
                    <a:solidFill>
                      <a:srgbClr val="FFFFFF">
                        <a:alpha val="100000"/>
                      </a:srgbClr>
                    </a:solidFill>
                  </a:tcPr>
                </a:tc>
                <a:tc>
                  <a:txBody>
                    <a:bodyPr anchor="t" rtlCol="false"/>
                    <a:lstStyle/>
                    <a:p>
                      <a:pPr algn="l" indent="0">
                        <a:lnSpc>
                          <a:spcPct val="116666"/>
                        </a:lnSpc>
                        <a:defRPr/>
                      </a:pPr>
                      <a:r>
                        <a:rPr lang="en-US" b="false" i="false" strike="noStrike" u="none" sz="1500" spc="120">
                          <a:solidFill>
                            <a:srgbClr val="000000"/>
                          </a:solidFill>
                          <a:latin typeface="Arial"/>
                          <a:ea typeface="Arial"/>
                          <a:cs typeface="Arial"/>
                          <a:sym typeface="Arial"/>
                        </a:rPr>
                        <a:t>7B </a:t>
                      </a:r>
                      <a:r>
                        <a:rPr lang="en-US" b="false" i="false" strike="noStrike" u="none" sz="1500" spc="120">
                          <a:solidFill>
                            <a:srgbClr val="000000"/>
                          </a:solidFill>
                          <a:latin typeface="微软雅黑"/>
                          <a:ea typeface="微软雅黑"/>
                          <a:cs typeface="微软雅黑"/>
                          <a:sym typeface="微软雅黑"/>
                        </a:rPr>
                        <a:t>多机分布式训练（期末）</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9050">
                      <a:solidFill>
                        <a:srgbClr val="8B0012"/>
                      </a:solidFill>
                      <a:prstDash val="solid"/>
                      <a:round/>
                      <a:headEnd type="none" w="med" len="med"/>
                      <a:tailEnd type="none" w="med" len="med"/>
                    </a:lnT>
                    <a:lnB cmpd="sng" algn="ctr" cap="flat" w="19050">
                      <a:solidFill>
                        <a:srgbClr val="8B0012"/>
                      </a:solidFill>
                      <a:prstDash val="solid"/>
                      <a:round/>
                      <a:headEnd type="none" w="med" len="med"/>
                      <a:tailEnd type="none" w="med" len="med"/>
                    </a:lnB>
                    <a:solidFill>
                      <a:srgbClr val="FFFFFF">
                        <a:alpha val="100000"/>
                      </a:srgbClr>
                    </a:solidFill>
                  </a:tcPr>
                </a:tc>
                <a:tc>
                  <a:txBody>
                    <a:bodyPr anchor="t" rtlCol="false"/>
                    <a:lstStyle/>
                    <a:p>
                      <a:pPr algn="ctr" indent="0">
                        <a:lnSpc>
                          <a:spcPct val="116666"/>
                        </a:lnSpc>
                        <a:defRPr/>
                      </a:pPr>
                      <a:r>
                        <a:rPr lang="en-US" b="false" i="false" strike="noStrike" u="none" sz="1500" spc="120">
                          <a:solidFill>
                            <a:srgbClr val="000000"/>
                          </a:solidFill>
                          <a:latin typeface="Arial"/>
                          <a:ea typeface="Arial"/>
                          <a:cs typeface="Arial"/>
                          <a:sym typeface="Arial"/>
                        </a:rPr>
                        <a:t>3</a:t>
                      </a:r>
                      <a:r>
                        <a:rPr lang="en-US" b="false" i="false" strike="noStrike" u="none" sz="1500" spc="120">
                          <a:solidFill>
                            <a:srgbClr val="000000"/>
                          </a:solidFill>
                          <a:latin typeface="微软雅黑"/>
                          <a:ea typeface="微软雅黑"/>
                          <a:cs typeface="微软雅黑"/>
                          <a:sym typeface="微软雅黑"/>
                        </a:rPr>
                        <a:t>人小组</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9050">
                      <a:solidFill>
                        <a:srgbClr val="8B0012"/>
                      </a:solidFill>
                      <a:prstDash val="solid"/>
                      <a:round/>
                      <a:headEnd type="none" w="med" len="med"/>
                      <a:tailEnd type="none" w="med" len="med"/>
                    </a:lnT>
                    <a:lnB cmpd="sng" algn="ctr" cap="flat" w="19050">
                      <a:solidFill>
                        <a:srgbClr val="8B0012"/>
                      </a:solidFill>
                      <a:prstDash val="solid"/>
                      <a:round/>
                      <a:headEnd type="none" w="med" len="med"/>
                      <a:tailEnd type="none" w="med" len="med"/>
                    </a:lnB>
                    <a:solidFill>
                      <a:srgbClr val="FFFFFF">
                        <a:alpha val="100000"/>
                      </a:srgbClr>
                    </a:solidFill>
                  </a:tcPr>
                </a:tc>
                <a:tc>
                  <a:txBody>
                    <a:bodyPr anchor="t" rtlCol="false"/>
                    <a:lstStyle/>
                    <a:p>
                      <a:pPr algn="ctr" indent="0">
                        <a:lnSpc>
                          <a:spcPct val="116666"/>
                        </a:lnSpc>
                        <a:defRPr/>
                      </a:pPr>
                      <a:r>
                        <a:rPr lang="en-US" b="false" i="false" strike="noStrike" u="none" sz="1500" spc="120">
                          <a:solidFill>
                            <a:srgbClr val="000000"/>
                          </a:solidFill>
                          <a:latin typeface="微软雅黑"/>
                          <a:ea typeface="微软雅黑"/>
                          <a:cs typeface="微软雅黑"/>
                          <a:sym typeface="微软雅黑"/>
                        </a:rPr>
                        <a:t>三种并行策略对比</a:t>
                      </a:r>
                      <a:r>
                        <a:rPr lang="en-US" b="false" i="false" strike="noStrike" u="none" sz="1500" spc="120">
                          <a:solidFill>
                            <a:srgbClr val="000000"/>
                          </a:solidFill>
                          <a:latin typeface="Arial"/>
                          <a:ea typeface="Arial"/>
                          <a:cs typeface="Arial"/>
                          <a:sym typeface="Arial"/>
                        </a:rPr>
                        <a:t> + </a:t>
                      </a:r>
                      <a:r>
                        <a:rPr lang="en-US" b="false" i="false" strike="noStrike" u="none" sz="1500" spc="120">
                          <a:solidFill>
                            <a:srgbClr val="000000"/>
                          </a:solidFill>
                          <a:latin typeface="微软雅黑"/>
                          <a:ea typeface="微软雅黑"/>
                          <a:cs typeface="微软雅黑"/>
                          <a:sym typeface="微软雅黑"/>
                        </a:rPr>
                        <a:t>线性加速比</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9050">
                      <a:solidFill>
                        <a:srgbClr val="8B0012"/>
                      </a:solidFill>
                      <a:prstDash val="solid"/>
                      <a:round/>
                      <a:headEnd type="none" w="med" len="med"/>
                      <a:tailEnd type="none" w="med" len="med"/>
                    </a:lnT>
                    <a:lnB cmpd="sng" algn="ctr" cap="flat" w="19050">
                      <a:solidFill>
                        <a:srgbClr val="8B0012"/>
                      </a:solidFill>
                      <a:prstDash val="solid"/>
                      <a:round/>
                      <a:headEnd type="none" w="med" len="med"/>
                      <a:tailEnd type="none" w="med" len="med"/>
                    </a:lnB>
                    <a:solidFill>
                      <a:srgbClr val="FFFFFF">
                        <a:alpha val="100000"/>
                      </a:srgbClr>
                    </a:solidFill>
                  </a:tcPr>
                </a:tc>
              </a:tr>
              <a:tr h="543560">
                <a:tc>
                  <a:txBody>
                    <a:bodyPr anchor="t" rtlCol="false"/>
                    <a:lstStyle/>
                    <a:p>
                      <a:pPr algn="ctr" indent="0">
                        <a:lnSpc>
                          <a:spcPct val="116666"/>
                        </a:lnSpc>
                        <a:defRPr/>
                      </a:pPr>
                      <a:r>
                        <a:rPr lang="en-US" b="false" i="false" strike="noStrike" u="none" sz="1500" spc="120">
                          <a:solidFill>
                            <a:srgbClr val="000000"/>
                          </a:solidFill>
                          <a:latin typeface="Arial"/>
                          <a:ea typeface="Arial"/>
                          <a:cs typeface="Arial"/>
                          <a:sym typeface="Arial"/>
                        </a:rPr>
                        <a:t>46-47</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9050">
                      <a:solidFill>
                        <a:srgbClr val="8B0012"/>
                      </a:solidFill>
                      <a:prstDash val="solid"/>
                      <a:round/>
                      <a:headEnd type="none" w="med" len="med"/>
                      <a:tailEnd type="none" w="med" len="med"/>
                    </a:lnT>
                    <a:lnB cmpd="sng" algn="ctr" cap="flat" w="19050">
                      <a:solidFill>
                        <a:srgbClr val="8B0012"/>
                      </a:solidFill>
                      <a:prstDash val="solid"/>
                      <a:round/>
                      <a:headEnd type="none" w="med" len="med"/>
                      <a:tailEnd type="none" w="med" len="med"/>
                    </a:lnB>
                    <a:solidFill>
                      <a:srgbClr val="FFFFFF">
                        <a:alpha val="100000"/>
                      </a:srgbClr>
                    </a:solidFill>
                  </a:tcPr>
                </a:tc>
                <a:tc>
                  <a:txBody>
                    <a:bodyPr anchor="t" rtlCol="false"/>
                    <a:lstStyle/>
                    <a:p>
                      <a:pPr algn="l" indent="0">
                        <a:lnSpc>
                          <a:spcPct val="116666"/>
                        </a:lnSpc>
                        <a:defRPr/>
                      </a:pPr>
                      <a:r>
                        <a:rPr lang="en-US" b="false" i="false" strike="noStrike" u="none" sz="1500" spc="120">
                          <a:solidFill>
                            <a:srgbClr val="000000"/>
                          </a:solidFill>
                          <a:latin typeface="微软雅黑"/>
                          <a:ea typeface="微软雅黑"/>
                          <a:cs typeface="微软雅黑"/>
                          <a:sym typeface="微软雅黑"/>
                        </a:rPr>
                        <a:t>大项目答辩</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9050">
                      <a:solidFill>
                        <a:srgbClr val="8B0012"/>
                      </a:solidFill>
                      <a:prstDash val="solid"/>
                      <a:round/>
                      <a:headEnd type="none" w="med" len="med"/>
                      <a:tailEnd type="none" w="med" len="med"/>
                    </a:lnT>
                    <a:lnB cmpd="sng" algn="ctr" cap="flat" w="19050">
                      <a:solidFill>
                        <a:srgbClr val="8B0012"/>
                      </a:solidFill>
                      <a:prstDash val="solid"/>
                      <a:round/>
                      <a:headEnd type="none" w="med" len="med"/>
                      <a:tailEnd type="none" w="med" len="med"/>
                    </a:lnB>
                    <a:solidFill>
                      <a:srgbClr val="FFFFFF">
                        <a:alpha val="100000"/>
                      </a:srgbClr>
                    </a:solidFill>
                  </a:tcPr>
                </a:tc>
                <a:tc>
                  <a:txBody>
                    <a:bodyPr anchor="t" rtlCol="false"/>
                    <a:lstStyle/>
                    <a:p>
                      <a:pPr algn="ctr" indent="0">
                        <a:lnSpc>
                          <a:spcPct val="116666"/>
                        </a:lnSpc>
                        <a:defRPr/>
                      </a:pPr>
                      <a:r>
                        <a:rPr lang="en-US" b="false" i="false" strike="noStrike" u="none" sz="1500" spc="120">
                          <a:solidFill>
                            <a:srgbClr val="000000"/>
                          </a:solidFill>
                          <a:latin typeface="微软雅黑"/>
                          <a:ea typeface="微软雅黑"/>
                          <a:cs typeface="微软雅黑"/>
                          <a:sym typeface="微软雅黑"/>
                        </a:rPr>
                        <a:t>小组答辩</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9050">
                      <a:solidFill>
                        <a:srgbClr val="8B0012"/>
                      </a:solidFill>
                      <a:prstDash val="solid"/>
                      <a:round/>
                      <a:headEnd type="none" w="med" len="med"/>
                      <a:tailEnd type="none" w="med" len="med"/>
                    </a:lnT>
                    <a:lnB cmpd="sng" algn="ctr" cap="flat" w="19050">
                      <a:solidFill>
                        <a:srgbClr val="8B0012"/>
                      </a:solidFill>
                      <a:prstDash val="solid"/>
                      <a:round/>
                      <a:headEnd type="none" w="med" len="med"/>
                      <a:tailEnd type="none" w="med" len="med"/>
                    </a:lnB>
                    <a:solidFill>
                      <a:srgbClr val="FFFFFF">
                        <a:alpha val="100000"/>
                      </a:srgbClr>
                    </a:solidFill>
                  </a:tcPr>
                </a:tc>
                <a:tc>
                  <a:txBody>
                    <a:bodyPr anchor="t" rtlCol="false"/>
                    <a:lstStyle/>
                    <a:p>
                      <a:pPr algn="ctr" indent="0">
                        <a:lnSpc>
                          <a:spcPct val="116666"/>
                        </a:lnSpc>
                        <a:defRPr/>
                      </a:pPr>
                      <a:r>
                        <a:rPr lang="en-US" b="false" i="false" strike="noStrike" u="none" sz="1500" spc="120">
                          <a:solidFill>
                            <a:srgbClr val="000000"/>
                          </a:solidFill>
                          <a:latin typeface="微软雅黑"/>
                          <a:ea typeface="微软雅黑"/>
                          <a:cs typeface="微软雅黑"/>
                          <a:sym typeface="微软雅黑"/>
                        </a:rPr>
                        <a:t>方案可行性</a:t>
                      </a:r>
                      <a:r>
                        <a:rPr lang="en-US" b="false" i="false" strike="noStrike" u="none" sz="1500" spc="120">
                          <a:solidFill>
                            <a:srgbClr val="000000"/>
                          </a:solidFill>
                          <a:latin typeface="Arial"/>
                          <a:ea typeface="Arial"/>
                          <a:cs typeface="Arial"/>
                          <a:sym typeface="Arial"/>
                        </a:rPr>
                        <a:t> + </a:t>
                      </a:r>
                      <a:r>
                        <a:rPr lang="en-US" b="false" i="false" strike="noStrike" u="none" sz="1500" spc="120">
                          <a:solidFill>
                            <a:srgbClr val="000000"/>
                          </a:solidFill>
                          <a:latin typeface="微软雅黑"/>
                          <a:ea typeface="微软雅黑"/>
                          <a:cs typeface="微软雅黑"/>
                          <a:sym typeface="微软雅黑"/>
                        </a:rPr>
                        <a:t>进展真实性</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9050">
                      <a:solidFill>
                        <a:srgbClr val="8B0012"/>
                      </a:solidFill>
                      <a:prstDash val="solid"/>
                      <a:round/>
                      <a:headEnd type="none" w="med" len="med"/>
                      <a:tailEnd type="none" w="med" len="med"/>
                    </a:lnT>
                    <a:lnB cmpd="sng" algn="ctr" cap="flat" w="19050">
                      <a:solidFill>
                        <a:srgbClr val="8B0012"/>
                      </a:solidFill>
                      <a:prstDash val="solid"/>
                      <a:round/>
                      <a:headEnd type="none" w="med" len="med"/>
                      <a:tailEnd type="none" w="med" len="med"/>
                    </a:lnB>
                    <a:solidFill>
                      <a:srgbClr val="FFFFFF">
                        <a:alpha val="100000"/>
                      </a:srgbClr>
                    </a:solidFill>
                  </a:tcPr>
                </a:tc>
              </a:tr>
            </a:tbl>
          </a:graphicData>
        </a:graphic>
      </p:graphicFrame>
    </p:spTree>
  </p:cSld>
  <p:clrMapOvr>
    <a:masterClrMapping/>
  </p:clrMapOvr>
  <p:transition main:dur="1000">
    <p:fade thruBlk="false"/>
  </p:transition>
</p:sld>
</file>

<file path=ppt/slides/slide4.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项目概述</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4</a:t>
            </a:r>
          </a:p>
        </p:txBody>
      </p:sp>
      <p:sp>
        <p:nvSpPr>
          <p:cNvPr name="AutoShape 5" id="5"/>
          <p:cNvSpPr/>
          <p:nvPr>
            <p:ph idx="9" type="body" sz="quarter" hasCustomPrompt="true"/>
          </p:nvPr>
        </p:nvSpPr>
        <p:spPr>
          <a:prstGeom prst="rect">
            <a:avLst/>
          </a:prstGeom>
        </p:spPr>
        <p:txBody>
          <a:bodyPr anchor="t" wrap="square" lIns="91440" rIns="91440" tIns="45720" bIns="45720">
            <a:normAutofit lnSpcReduction="0"/>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项目背景</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大规模语言模型训练是分布式系统工程能力的综合考验。本项目要求学生以</a:t>
            </a:r>
            <a:r>
              <a:rPr lang="en-US" b="false" i="false" strike="noStrike" u="none" sz="2000">
                <a:solidFill>
                  <a:srgbClr val="404040"/>
                </a:solidFill>
                <a:latin typeface="Calibri"/>
                <a:ea typeface="Calibri"/>
                <a:cs typeface="Calibri"/>
                <a:sym typeface="Calibri"/>
              </a:rPr>
              <a:t> 3 </a:t>
            </a:r>
            <a:r>
              <a:rPr lang="en-US" b="false" i="false" strike="noStrike" u="none" sz="2000">
                <a:solidFill>
                  <a:srgbClr val="404040"/>
                </a:solidFill>
                <a:latin typeface="微软雅黑"/>
                <a:ea typeface="微软雅黑"/>
                <a:cs typeface="微软雅黑"/>
                <a:sym typeface="微软雅黑"/>
              </a:rPr>
              <a:t>人小组为单位，使用</a:t>
            </a:r>
            <a:r>
              <a:rPr lang="en-US" b="false" i="false" strike="noStrike" u="none" sz="2000">
                <a:solidFill>
                  <a:srgbClr val="404040"/>
                </a:solidFill>
                <a:latin typeface="Calibri"/>
                <a:ea typeface="Calibri"/>
                <a:cs typeface="Calibri"/>
                <a:sym typeface="Calibri"/>
              </a:rPr>
              <a:t> FlagScale </a:t>
            </a:r>
            <a:r>
              <a:rPr lang="en-US" b="false" i="false" strike="noStrike" u="none" sz="2000">
                <a:solidFill>
                  <a:srgbClr val="404040"/>
                </a:solidFill>
                <a:latin typeface="微软雅黑"/>
                <a:ea typeface="微软雅黑"/>
                <a:cs typeface="微软雅黑"/>
                <a:sym typeface="微软雅黑"/>
              </a:rPr>
              <a:t>和</a:t>
            </a:r>
            <a:r>
              <a:rPr lang="en-US" b="false" i="false" strike="noStrike" u="none" sz="2000">
                <a:solidFill>
                  <a:srgbClr val="404040"/>
                </a:solidFill>
                <a:latin typeface="Calibri"/>
                <a:ea typeface="Calibri"/>
                <a:cs typeface="Calibri"/>
                <a:sym typeface="Calibri"/>
              </a:rPr>
              <a:t> FlagCX </a:t>
            </a:r>
            <a:r>
              <a:rPr lang="en-US" b="false" i="false" strike="noStrike" u="none" sz="2000">
                <a:solidFill>
                  <a:srgbClr val="404040"/>
                </a:solidFill>
                <a:latin typeface="微软雅黑"/>
                <a:ea typeface="微软雅黑"/>
                <a:cs typeface="微软雅黑"/>
                <a:sym typeface="微软雅黑"/>
              </a:rPr>
              <a:t>在多机</a:t>
            </a:r>
            <a:r>
              <a:rPr lang="en-US" b="false" i="false" strike="noStrike" u="none" sz="2000">
                <a:solidFill>
                  <a:srgbClr val="404040"/>
                </a:solidFill>
                <a:latin typeface="Calibri"/>
                <a:ea typeface="Calibri"/>
                <a:cs typeface="Calibri"/>
                <a:sym typeface="Calibri"/>
              </a:rPr>
              <a:t> GPU </a:t>
            </a:r>
            <a:r>
              <a:rPr lang="en-US" b="false" i="false" strike="noStrike" u="none" sz="2000">
                <a:solidFill>
                  <a:srgbClr val="404040"/>
                </a:solidFill>
                <a:latin typeface="微软雅黑"/>
                <a:ea typeface="微软雅黑"/>
                <a:cs typeface="微软雅黑"/>
                <a:sym typeface="微软雅黑"/>
              </a:rPr>
              <a:t>集群上部署一个</a:t>
            </a:r>
            <a:r>
              <a:rPr lang="en-US" b="false" i="false" strike="noStrike" u="none" sz="2000">
                <a:solidFill>
                  <a:srgbClr val="404040"/>
                </a:solidFill>
                <a:latin typeface="Calibri"/>
                <a:ea typeface="Calibri"/>
                <a:cs typeface="Calibri"/>
                <a:sym typeface="Calibri"/>
              </a:rPr>
              <a:t> 7B </a:t>
            </a:r>
            <a:r>
              <a:rPr lang="en-US" b="false" i="false" strike="noStrike" u="none" sz="2000">
                <a:solidFill>
                  <a:srgbClr val="404040"/>
                </a:solidFill>
                <a:latin typeface="微软雅黑"/>
                <a:ea typeface="微软雅黑"/>
                <a:cs typeface="微软雅黑"/>
                <a:sym typeface="微软雅黑"/>
              </a:rPr>
              <a:t>参数量</a:t>
            </a:r>
            <a:r>
              <a:rPr lang="en-US" b="false" i="false" strike="noStrike" u="none" sz="2000">
                <a:solidFill>
                  <a:srgbClr val="404040"/>
                </a:solidFill>
                <a:latin typeface="Calibri"/>
                <a:ea typeface="Calibri"/>
                <a:cs typeface="Calibri"/>
                <a:sym typeface="Calibri"/>
              </a:rPr>
              <a:t> LLM</a:t>
            </a:r>
            <a:r>
              <a:rPr lang="en-US" b="false" i="false" strike="noStrike" u="none" sz="2000">
                <a:solidFill>
                  <a:srgbClr val="404040"/>
                </a:solidFill>
                <a:latin typeface="微软雅黑"/>
                <a:ea typeface="微软雅黑"/>
                <a:cs typeface="微软雅黑"/>
                <a:sym typeface="微软雅黑"/>
              </a:rPr>
              <a:t>（如</a:t>
            </a:r>
            <a:r>
              <a:rPr lang="en-US" b="false" i="false" strike="noStrike" u="none" sz="2000">
                <a:solidFill>
                  <a:srgbClr val="404040"/>
                </a:solidFill>
                <a:latin typeface="Calibri"/>
                <a:ea typeface="Calibri"/>
                <a:cs typeface="Calibri"/>
                <a:sym typeface="Calibri"/>
              </a:rPr>
              <a:t> LLaMA-2-7B </a:t>
            </a:r>
            <a:r>
              <a:rPr lang="en-US" b="false" i="false" strike="noStrike" u="none" sz="2000">
                <a:solidFill>
                  <a:srgbClr val="404040"/>
                </a:solidFill>
                <a:latin typeface="微软雅黑"/>
                <a:ea typeface="微软雅黑"/>
                <a:cs typeface="微软雅黑"/>
                <a:sym typeface="微软雅黑"/>
              </a:rPr>
              <a:t>或等效架构）的训练任务，并深入分析并行策略对吞吐量、显存占用和通信开销的影响。</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项目目标</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成功在</a:t>
            </a:r>
            <a:r>
              <a:rPr lang="en-US" b="false" i="false" strike="noStrike" u="none" sz="2000">
                <a:solidFill>
                  <a:srgbClr val="404040"/>
                </a:solidFill>
                <a:latin typeface="Calibri"/>
                <a:ea typeface="Calibri"/>
                <a:cs typeface="Calibri"/>
                <a:sym typeface="Calibri"/>
              </a:rPr>
              <a:t> 2 </a:t>
            </a:r>
            <a:r>
              <a:rPr lang="en-US" b="false" i="false" strike="noStrike" u="none" sz="2000">
                <a:solidFill>
                  <a:srgbClr val="404040"/>
                </a:solidFill>
                <a:latin typeface="微软雅黑"/>
                <a:ea typeface="微软雅黑"/>
                <a:cs typeface="微软雅黑"/>
                <a:sym typeface="微软雅黑"/>
              </a:rPr>
              <a:t>台以上（每台</a:t>
            </a:r>
            <a:r>
              <a:rPr lang="en-US" b="false" i="false" strike="noStrike" u="none" sz="2000">
                <a:solidFill>
                  <a:srgbClr val="404040"/>
                </a:solidFill>
                <a:latin typeface="Calibri"/>
                <a:ea typeface="Calibri"/>
                <a:cs typeface="Calibri"/>
                <a:sym typeface="Calibri"/>
              </a:rPr>
              <a:t> ≥ 8 GPU</a:t>
            </a:r>
            <a:r>
              <a:rPr lang="en-US" b="false" i="false" strike="noStrike" u="none" sz="2000">
                <a:solidFill>
                  <a:srgbClr val="404040"/>
                </a:solidFill>
                <a:latin typeface="微软雅黑"/>
                <a:ea typeface="微软雅黑"/>
                <a:cs typeface="微软雅黑"/>
                <a:sym typeface="微软雅黑"/>
              </a:rPr>
              <a:t>）节点上启动分布式训练</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配置并对比至少两种并行策略组合（如</a:t>
            </a:r>
            <a:r>
              <a:rPr lang="en-US" b="false" i="false" strike="noStrike" u="none" sz="2000">
                <a:solidFill>
                  <a:srgbClr val="404040"/>
                </a:solidFill>
                <a:latin typeface="Calibri"/>
                <a:ea typeface="Calibri"/>
                <a:cs typeface="Calibri"/>
                <a:sym typeface="Calibri"/>
              </a:rPr>
              <a:t> DP=8 vs TP=4+PP=2</a:t>
            </a:r>
            <a:r>
              <a:rPr lang="en-US" b="false" i="false" strike="noStrike" u="none" sz="2000">
                <a:solidFill>
                  <a:srgbClr val="404040"/>
                </a:solidFill>
                <a:latin typeface="微软雅黑"/>
                <a:ea typeface="微软雅黑"/>
                <a:cs typeface="微软雅黑"/>
                <a:sym typeface="微软雅黑"/>
              </a:rPr>
              <a:t>）</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使用</a:t>
            </a:r>
            <a:r>
              <a:rPr lang="en-US" b="false" i="false" strike="noStrike" u="none" sz="2000">
                <a:solidFill>
                  <a:srgbClr val="404040"/>
                </a:solidFill>
                <a:latin typeface="Calibri"/>
                <a:ea typeface="Calibri"/>
                <a:cs typeface="Calibri"/>
                <a:sym typeface="Calibri"/>
              </a:rPr>
              <a:t> FlagCX </a:t>
            </a:r>
            <a:r>
              <a:rPr lang="en-US" b="false" i="false" strike="noStrike" u="none" sz="2000">
                <a:solidFill>
                  <a:srgbClr val="404040"/>
                </a:solidFill>
                <a:latin typeface="微软雅黑"/>
                <a:ea typeface="微软雅黑"/>
                <a:cs typeface="微软雅黑"/>
                <a:sym typeface="微软雅黑"/>
              </a:rPr>
              <a:t>替换默认通信后端，记录通信性能变化</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测量并报告：训练吞吐量（</a:t>
            </a:r>
            <a:r>
              <a:rPr lang="en-US" b="false" i="false" strike="noStrike" u="none" sz="2000">
                <a:solidFill>
                  <a:srgbClr val="404040"/>
                </a:solidFill>
                <a:latin typeface="Calibri"/>
                <a:ea typeface="Calibri"/>
                <a:cs typeface="Calibri"/>
                <a:sym typeface="Calibri"/>
              </a:rPr>
              <a:t>tokens/s/GPU</a:t>
            </a:r>
            <a:r>
              <a:rPr lang="en-US" b="false" i="false" strike="noStrike" u="none" sz="2000">
                <a:solidFill>
                  <a:srgbClr val="404040"/>
                </a:solidFill>
                <a:latin typeface="微软雅黑"/>
                <a:ea typeface="微软雅黑"/>
                <a:cs typeface="微软雅黑"/>
                <a:sym typeface="微软雅黑"/>
              </a:rPr>
              <a:t>）、线性加速比、峰值显存</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（进阶）模拟节点故障并验证</a:t>
            </a:r>
            <a:r>
              <a:rPr lang="en-US" b="false" i="false" strike="noStrike" u="none" sz="2000">
                <a:solidFill>
                  <a:srgbClr val="404040"/>
                </a:solidFill>
                <a:latin typeface="Calibri"/>
                <a:ea typeface="Calibri"/>
                <a:cs typeface="Calibri"/>
                <a:sym typeface="Calibri"/>
              </a:rPr>
              <a:t> Checkpoint </a:t>
            </a:r>
            <a:r>
              <a:rPr lang="en-US" b="false" i="false" strike="noStrike" u="none" sz="2000">
                <a:solidFill>
                  <a:srgbClr val="404040"/>
                </a:solidFill>
                <a:latin typeface="微软雅黑"/>
                <a:ea typeface="微软雅黑"/>
                <a:cs typeface="微软雅黑"/>
                <a:sym typeface="微软雅黑"/>
              </a:rPr>
              <a:t>恢复功能</a:t>
            </a:r>
          </a:p>
        </p:txBody>
      </p:sp>
    </p:spTree>
  </p:cSld>
  <p:clrMapOvr>
    <a:masterClrMapping/>
  </p:clrMapOvr>
  <p:transition main:dur="1000">
    <p:fade thruBlk="false"/>
  </p:transition>
</p:sld>
</file>

<file path=ppt/slides/slide5.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必完成任务分解</a:t>
            </a:r>
            <a:r>
              <a:rPr lang="en-US" b="false" i="false" strike="noStrike" u="none" sz="3600">
                <a:solidFill>
                  <a:srgbClr val="262626"/>
                </a:solidFill>
                <a:latin typeface="Calibri"/>
                <a:ea typeface="Calibri"/>
                <a:cs typeface="Calibri"/>
                <a:sym typeface="Calibri"/>
              </a:rPr>
              <a:t> - 1</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5</a:t>
            </a:r>
          </a:p>
        </p:txBody>
      </p:sp>
      <p:sp>
        <p:nvSpPr>
          <p:cNvPr name="AutoShape 5" id="5"/>
          <p:cNvSpPr/>
          <p:nvPr>
            <p:ph idx="9" type="body" sz="quarter" hasCustomPrompt="true"/>
          </p:nvPr>
        </p:nvSpPr>
        <p:spPr>
          <a:prstGeom prst="rect">
            <a:avLst/>
          </a:prstGeom>
        </p:spPr>
        <p:txBody>
          <a:bodyPr anchor="t" wrap="square" lIns="91440" rIns="91440" tIns="45720" bIns="45720">
            <a:normAutofit lnSpcReduction="0"/>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任务</a:t>
            </a:r>
            <a:r>
              <a:rPr lang="en-US" b="false" i="false" strike="noStrike" u="none" sz="2400">
                <a:solidFill>
                  <a:srgbClr val="404040"/>
                </a:solidFill>
                <a:latin typeface="Calibri"/>
                <a:ea typeface="Calibri"/>
                <a:cs typeface="Calibri"/>
                <a:sym typeface="Calibri"/>
              </a:rPr>
              <a:t> 1</a:t>
            </a:r>
            <a:r>
              <a:rPr lang="en-US" b="false" i="false" strike="noStrike" u="none" sz="2400">
                <a:solidFill>
                  <a:srgbClr val="404040"/>
                </a:solidFill>
                <a:latin typeface="微软雅黑"/>
                <a:ea typeface="微软雅黑"/>
                <a:cs typeface="微软雅黑"/>
                <a:sym typeface="微软雅黑"/>
              </a:rPr>
              <a:t>：环境部署与集群配置</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配置多节点</a:t>
            </a:r>
            <a:r>
              <a:rPr lang="en-US" b="false" i="false" strike="noStrike" u="none" sz="2000">
                <a:solidFill>
                  <a:srgbClr val="404040"/>
                </a:solidFill>
                <a:latin typeface="Calibri"/>
                <a:ea typeface="Calibri"/>
                <a:cs typeface="Calibri"/>
                <a:sym typeface="Calibri"/>
              </a:rPr>
              <a:t> SSH </a:t>
            </a:r>
            <a:r>
              <a:rPr lang="en-US" b="false" i="false" strike="noStrike" u="none" sz="2000">
                <a:solidFill>
                  <a:srgbClr val="404040"/>
                </a:solidFill>
                <a:latin typeface="微软雅黑"/>
                <a:ea typeface="微软雅黑"/>
                <a:cs typeface="微软雅黑"/>
                <a:sym typeface="微软雅黑"/>
              </a:rPr>
              <a:t>互信与</a:t>
            </a:r>
            <a:r>
              <a:rPr lang="en-US" b="false" i="false" strike="noStrike" u="none" sz="2000">
                <a:solidFill>
                  <a:srgbClr val="404040"/>
                </a:solidFill>
                <a:latin typeface="Calibri"/>
                <a:ea typeface="Calibri"/>
                <a:cs typeface="Calibri"/>
                <a:sym typeface="Calibri"/>
              </a:rPr>
              <a:t> NFS </a:t>
            </a:r>
            <a:r>
              <a:rPr lang="en-US" b="false" i="false" strike="noStrike" u="none" sz="2000">
                <a:solidFill>
                  <a:srgbClr val="404040"/>
                </a:solidFill>
                <a:latin typeface="微软雅黑"/>
                <a:ea typeface="微软雅黑"/>
                <a:cs typeface="微软雅黑"/>
                <a:sym typeface="微软雅黑"/>
              </a:rPr>
              <a:t>共享存储</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安装</a:t>
            </a:r>
            <a:r>
              <a:rPr lang="en-US" b="false" i="false" strike="noStrike" u="none" sz="2000">
                <a:solidFill>
                  <a:srgbClr val="404040"/>
                </a:solidFill>
                <a:latin typeface="Calibri"/>
                <a:ea typeface="Calibri"/>
                <a:cs typeface="Calibri"/>
                <a:sym typeface="Calibri"/>
              </a:rPr>
              <a:t> FlagScale </a:t>
            </a:r>
            <a:r>
              <a:rPr lang="en-US" b="false" i="false" strike="noStrike" u="none" sz="2000">
                <a:solidFill>
                  <a:srgbClr val="404040"/>
                </a:solidFill>
                <a:latin typeface="微软雅黑"/>
                <a:ea typeface="微软雅黑"/>
                <a:cs typeface="微软雅黑"/>
                <a:sym typeface="微软雅黑"/>
              </a:rPr>
              <a:t>并验证单机单卡训练正常运行</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配置</a:t>
            </a:r>
            <a:r>
              <a:rPr lang="en-US" b="false" i="false" strike="noStrike" u="none" sz="2000">
                <a:solidFill>
                  <a:srgbClr val="404040"/>
                </a:solidFill>
                <a:latin typeface="Calibri"/>
                <a:ea typeface="Calibri"/>
                <a:cs typeface="Calibri"/>
                <a:sym typeface="Calibri"/>
              </a:rPr>
              <a:t> FlagCX </a:t>
            </a:r>
            <a:r>
              <a:rPr lang="en-US" b="false" i="false" strike="noStrike" u="none" sz="2000">
                <a:solidFill>
                  <a:srgbClr val="404040"/>
                </a:solidFill>
                <a:latin typeface="微软雅黑"/>
                <a:ea typeface="微软雅黑"/>
                <a:cs typeface="微软雅黑"/>
                <a:sym typeface="微软雅黑"/>
              </a:rPr>
              <a:t>通信后端，验证</a:t>
            </a:r>
            <a:r>
              <a:rPr lang="en-US" b="false" i="false" strike="noStrike" u="none" sz="2000">
                <a:solidFill>
                  <a:srgbClr val="404040"/>
                </a:solidFill>
                <a:latin typeface="Calibri"/>
                <a:ea typeface="Calibri"/>
                <a:cs typeface="Calibri"/>
                <a:sym typeface="Calibri"/>
              </a:rPr>
              <a:t> AllReduce </a:t>
            </a:r>
            <a:r>
              <a:rPr lang="en-US" b="false" i="false" strike="noStrike" u="none" sz="2000">
                <a:solidFill>
                  <a:srgbClr val="404040"/>
                </a:solidFill>
                <a:latin typeface="微软雅黑"/>
                <a:ea typeface="微软雅黑"/>
                <a:cs typeface="微软雅黑"/>
                <a:sym typeface="微软雅黑"/>
              </a:rPr>
              <a:t>基础功能</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任务</a:t>
            </a:r>
            <a:r>
              <a:rPr lang="en-US" b="false" i="false" strike="noStrike" u="none" sz="2400">
                <a:solidFill>
                  <a:srgbClr val="404040"/>
                </a:solidFill>
                <a:latin typeface="Calibri"/>
                <a:ea typeface="Calibri"/>
                <a:cs typeface="Calibri"/>
                <a:sym typeface="Calibri"/>
              </a:rPr>
              <a:t> 2</a:t>
            </a:r>
            <a:r>
              <a:rPr lang="en-US" b="false" i="false" strike="noStrike" u="none" sz="2400">
                <a:solidFill>
                  <a:srgbClr val="404040"/>
                </a:solidFill>
                <a:latin typeface="微软雅黑"/>
                <a:ea typeface="微软雅黑"/>
                <a:cs typeface="微软雅黑"/>
                <a:sym typeface="微软雅黑"/>
              </a:rPr>
              <a:t>：并行策略配置与实验</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实验组</a:t>
            </a:r>
            <a:r>
              <a:rPr lang="en-US" b="false" i="false" strike="noStrike" u="none" sz="2000">
                <a:solidFill>
                  <a:srgbClr val="404040"/>
                </a:solidFill>
                <a:latin typeface="Calibri"/>
                <a:ea typeface="Calibri"/>
                <a:cs typeface="Calibri"/>
                <a:sym typeface="Calibri"/>
              </a:rPr>
              <a:t> 1</a:t>
            </a:r>
            <a:r>
              <a:rPr lang="en-US" b="false" i="false" strike="noStrike" u="none" sz="2000">
                <a:solidFill>
                  <a:srgbClr val="404040"/>
                </a:solidFill>
                <a:latin typeface="微软雅黑"/>
                <a:ea typeface="微软雅黑"/>
                <a:cs typeface="微软雅黑"/>
                <a:sym typeface="微软雅黑"/>
              </a:rPr>
              <a:t>：纯数据并行（</a:t>
            </a:r>
            <a:r>
              <a:rPr lang="en-US" b="false" i="false" strike="noStrike" u="none" sz="2000">
                <a:solidFill>
                  <a:srgbClr val="404040"/>
                </a:solidFill>
                <a:latin typeface="Calibri"/>
                <a:ea typeface="Calibri"/>
                <a:cs typeface="Calibri"/>
                <a:sym typeface="Calibri"/>
              </a:rPr>
              <a:t>DP=16</a:t>
            </a:r>
            <a:r>
              <a:rPr lang="en-US" b="false" i="false" strike="noStrike" u="none" sz="2000">
                <a:solidFill>
                  <a:srgbClr val="404040"/>
                </a:solidFill>
                <a:latin typeface="微软雅黑"/>
                <a:ea typeface="微软雅黑"/>
                <a:cs typeface="微软雅黑"/>
                <a:sym typeface="微软雅黑"/>
              </a:rPr>
              <a:t>，总</a:t>
            </a:r>
            <a:r>
              <a:rPr lang="en-US" b="false" i="false" strike="noStrike" u="none" sz="2000">
                <a:solidFill>
                  <a:srgbClr val="404040"/>
                </a:solidFill>
                <a:latin typeface="Calibri"/>
                <a:ea typeface="Calibri"/>
                <a:cs typeface="Calibri"/>
                <a:sym typeface="Calibri"/>
              </a:rPr>
              <a:t> GPU=16</a:t>
            </a:r>
            <a:r>
              <a:rPr lang="en-US" b="false" i="false" strike="noStrike" u="none" sz="2000">
                <a:solidFill>
                  <a:srgbClr val="404040"/>
                </a:solidFill>
                <a:latin typeface="微软雅黑"/>
                <a:ea typeface="微软雅黑"/>
                <a:cs typeface="微软雅黑"/>
                <a:sym typeface="微软雅黑"/>
              </a:rPr>
              <a:t>）</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实验组</a:t>
            </a:r>
            <a:r>
              <a:rPr lang="en-US" b="false" i="false" strike="noStrike" u="none" sz="2000">
                <a:solidFill>
                  <a:srgbClr val="404040"/>
                </a:solidFill>
                <a:latin typeface="Calibri"/>
                <a:ea typeface="Calibri"/>
                <a:cs typeface="Calibri"/>
                <a:sym typeface="Calibri"/>
              </a:rPr>
              <a:t> 2</a:t>
            </a:r>
            <a:r>
              <a:rPr lang="en-US" b="false" i="false" strike="noStrike" u="none" sz="2000">
                <a:solidFill>
                  <a:srgbClr val="404040"/>
                </a:solidFill>
                <a:latin typeface="微软雅黑"/>
                <a:ea typeface="微软雅黑"/>
                <a:cs typeface="微软雅黑"/>
                <a:sym typeface="微软雅黑"/>
              </a:rPr>
              <a:t>：张量并行</a:t>
            </a:r>
            <a:r>
              <a:rPr lang="en-US" b="false" i="false" strike="noStrike" u="none" sz="2000">
                <a:solidFill>
                  <a:srgbClr val="404040"/>
                </a:solidFill>
                <a:latin typeface="Calibri"/>
                <a:ea typeface="Calibri"/>
                <a:cs typeface="Calibri"/>
                <a:sym typeface="Calibri"/>
              </a:rPr>
              <a:t> + </a:t>
            </a:r>
            <a:r>
              <a:rPr lang="en-US" b="false" i="false" strike="noStrike" u="none" sz="2000">
                <a:solidFill>
                  <a:srgbClr val="404040"/>
                </a:solidFill>
                <a:latin typeface="微软雅黑"/>
                <a:ea typeface="微软雅黑"/>
                <a:cs typeface="微软雅黑"/>
                <a:sym typeface="微软雅黑"/>
              </a:rPr>
              <a:t>流水并行（</a:t>
            </a:r>
            <a:r>
              <a:rPr lang="en-US" b="false" i="false" strike="noStrike" u="none" sz="2000">
                <a:solidFill>
                  <a:srgbClr val="404040"/>
                </a:solidFill>
                <a:latin typeface="Calibri"/>
                <a:ea typeface="Calibri"/>
                <a:cs typeface="Calibri"/>
                <a:sym typeface="Calibri"/>
              </a:rPr>
              <a:t>TP=4, PP=2, DP=2</a:t>
            </a:r>
            <a:r>
              <a:rPr lang="en-US" b="false" i="false" strike="noStrike" u="none" sz="2000">
                <a:solidFill>
                  <a:srgbClr val="404040"/>
                </a:solidFill>
                <a:latin typeface="微软雅黑"/>
                <a:ea typeface="微软雅黑"/>
                <a:cs typeface="微软雅黑"/>
                <a:sym typeface="微软雅黑"/>
              </a:rPr>
              <a:t>）</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实验组</a:t>
            </a:r>
            <a:r>
              <a:rPr lang="en-US" b="false" i="false" strike="noStrike" u="none" sz="2000">
                <a:solidFill>
                  <a:srgbClr val="404040"/>
                </a:solidFill>
                <a:latin typeface="Calibri"/>
                <a:ea typeface="Calibri"/>
                <a:cs typeface="Calibri"/>
                <a:sym typeface="Calibri"/>
              </a:rPr>
              <a:t> 3</a:t>
            </a:r>
            <a:r>
              <a:rPr lang="en-US" b="false" i="false" strike="noStrike" u="none" sz="2000">
                <a:solidFill>
                  <a:srgbClr val="404040"/>
                </a:solidFill>
                <a:latin typeface="微软雅黑"/>
                <a:ea typeface="微软雅黑"/>
                <a:cs typeface="微软雅黑"/>
                <a:sym typeface="微软雅黑"/>
              </a:rPr>
              <a:t>：混合并行自动配置（使用</a:t>
            </a:r>
            <a:r>
              <a:rPr lang="en-US" b="false" i="false" strike="noStrike" u="none" sz="2000">
                <a:solidFill>
                  <a:srgbClr val="404040"/>
                </a:solidFill>
                <a:latin typeface="Calibri"/>
                <a:ea typeface="Calibri"/>
                <a:cs typeface="Calibri"/>
                <a:sym typeface="Calibri"/>
              </a:rPr>
              <a:t> FlagScale </a:t>
            </a:r>
            <a:r>
              <a:rPr lang="en-US" b="false" i="false" strike="noStrike" u="none" sz="2000">
                <a:solidFill>
                  <a:srgbClr val="404040"/>
                </a:solidFill>
                <a:latin typeface="微软雅黑"/>
                <a:ea typeface="微软雅黑"/>
                <a:cs typeface="微软雅黑"/>
                <a:sym typeface="微软雅黑"/>
              </a:rPr>
              <a:t>自动划分功能）</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t>
            </a:r>
          </a:p>
        </p:txBody>
      </p:sp>
    </p:spTree>
  </p:cSld>
  <p:clrMapOvr>
    <a:masterClrMapping/>
  </p:clrMapOvr>
  <p:transition main:dur="1000">
    <p:fade thruBlk="false"/>
  </p:transition>
</p:sld>
</file>

<file path=ppt/slides/slide6.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必完成任务分解</a:t>
            </a:r>
            <a:r>
              <a:rPr lang="en-US" b="false" i="false" strike="noStrike" u="none" sz="3600">
                <a:solidFill>
                  <a:srgbClr val="262626"/>
                </a:solidFill>
                <a:latin typeface="Calibri"/>
                <a:ea typeface="Calibri"/>
                <a:cs typeface="Calibri"/>
                <a:sym typeface="Calibri"/>
              </a:rPr>
              <a:t> - 2</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6</a:t>
            </a:r>
          </a:p>
        </p:txBody>
      </p:sp>
      <p:sp>
        <p:nvSpPr>
          <p:cNvPr name="AutoShape 5" id="5"/>
          <p:cNvSpPr/>
          <p:nvPr>
            <p:ph idx="9" type="body" sz="quarter" hasCustomPrompt="true"/>
          </p:nvPr>
        </p:nvSpPr>
        <p:spPr>
          <a:prstGeom prst="rect">
            <a:avLst/>
          </a:prstGeom>
        </p:spPr>
        <p:txBody>
          <a:bodyPr anchor="t" wrap="square" lIns="91440" rIns="91440" tIns="45720" bIns="45720">
            <a:normAutofit lnSpcReduction="0"/>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任务</a:t>
            </a:r>
            <a:r>
              <a:rPr lang="en-US" b="false" i="false" strike="noStrike" u="none" sz="2400">
                <a:solidFill>
                  <a:srgbClr val="404040"/>
                </a:solidFill>
                <a:latin typeface="Calibri"/>
                <a:ea typeface="Calibri"/>
                <a:cs typeface="Calibri"/>
                <a:sym typeface="Calibri"/>
              </a:rPr>
              <a:t> 3</a:t>
            </a:r>
            <a:r>
              <a:rPr lang="en-US" b="false" i="false" strike="noStrike" u="none" sz="2400">
                <a:solidFill>
                  <a:srgbClr val="404040"/>
                </a:solidFill>
                <a:latin typeface="微软雅黑"/>
                <a:ea typeface="微软雅黑"/>
                <a:cs typeface="微软雅黑"/>
                <a:sym typeface="微软雅黑"/>
              </a:rPr>
              <a:t>：显存优化应用</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开启</a:t>
            </a:r>
            <a:r>
              <a:rPr lang="en-US" b="false" i="false" strike="noStrike" u="none" sz="2000">
                <a:solidFill>
                  <a:srgbClr val="404040"/>
                </a:solidFill>
                <a:latin typeface="Calibri"/>
                <a:ea typeface="Calibri"/>
                <a:cs typeface="Calibri"/>
                <a:sym typeface="Calibri"/>
              </a:rPr>
              <a:t> Gradient Checkpointing </a:t>
            </a:r>
            <a:r>
              <a:rPr lang="en-US" b="false" i="false" strike="noStrike" u="none" sz="2000">
                <a:solidFill>
                  <a:srgbClr val="404040"/>
                </a:solidFill>
                <a:latin typeface="微软雅黑"/>
                <a:ea typeface="微软雅黑"/>
                <a:cs typeface="微软雅黑"/>
                <a:sym typeface="微软雅黑"/>
              </a:rPr>
              <a:t>并记录显存节省量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（选做）开启</a:t>
            </a:r>
            <a:r>
              <a:rPr lang="en-US" b="false" i="false" strike="noStrike" u="none" sz="2000">
                <a:solidFill>
                  <a:srgbClr val="404040"/>
                </a:solidFill>
                <a:latin typeface="Calibri"/>
                <a:ea typeface="Calibri"/>
                <a:cs typeface="Calibri"/>
                <a:sym typeface="Calibri"/>
              </a:rPr>
              <a:t> CPU Offload</a:t>
            </a:r>
            <a:r>
              <a:rPr lang="en-US" b="false" i="false" strike="noStrike" u="none" sz="2000">
                <a:solidFill>
                  <a:srgbClr val="404040"/>
                </a:solidFill>
                <a:latin typeface="微软雅黑"/>
                <a:ea typeface="微软雅黑"/>
                <a:cs typeface="微软雅黑"/>
                <a:sym typeface="微软雅黑"/>
              </a:rPr>
              <a:t>，评估对吞吐量的影响</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任务</a:t>
            </a:r>
            <a:r>
              <a:rPr lang="en-US" b="false" i="false" strike="noStrike" u="none" sz="2400">
                <a:solidFill>
                  <a:srgbClr val="404040"/>
                </a:solidFill>
                <a:latin typeface="Calibri"/>
                <a:ea typeface="Calibri"/>
                <a:cs typeface="Calibri"/>
                <a:sym typeface="Calibri"/>
              </a:rPr>
              <a:t> 4</a:t>
            </a:r>
            <a:r>
              <a:rPr lang="en-US" b="false" i="false" strike="noStrike" u="none" sz="2400">
                <a:solidFill>
                  <a:srgbClr val="404040"/>
                </a:solidFill>
                <a:latin typeface="微软雅黑"/>
                <a:ea typeface="微软雅黑"/>
                <a:cs typeface="微软雅黑"/>
                <a:sym typeface="微软雅黑"/>
              </a:rPr>
              <a:t>：性能数据收集与分析</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训练吞吐量（</a:t>
            </a:r>
            <a:r>
              <a:rPr lang="en-US" b="false" i="false" strike="noStrike" u="none" sz="2000">
                <a:solidFill>
                  <a:srgbClr val="404040"/>
                </a:solidFill>
                <a:latin typeface="Calibri"/>
                <a:ea typeface="Calibri"/>
                <a:cs typeface="Calibri"/>
                <a:sym typeface="Calibri"/>
              </a:rPr>
              <a:t>tokens/s/GPU</a:t>
            </a:r>
            <a:r>
              <a:rPr lang="en-US" b="false" i="false" strike="noStrike" u="none" sz="2000">
                <a:solidFill>
                  <a:srgbClr val="404040"/>
                </a:solidFill>
                <a:latin typeface="微软雅黑"/>
                <a:ea typeface="微软雅黑"/>
                <a:cs typeface="微软雅黑"/>
                <a:sym typeface="微软雅黑"/>
              </a:rPr>
              <a:t>）×</a:t>
            </a:r>
            <a:r>
              <a:rPr lang="en-US" b="false" i="false" strike="noStrike" u="none" sz="2000">
                <a:solidFill>
                  <a:srgbClr val="404040"/>
                </a:solidFill>
                <a:latin typeface="Calibri"/>
                <a:ea typeface="Calibri"/>
                <a:cs typeface="Calibri"/>
                <a:sym typeface="Calibri"/>
              </a:rPr>
              <a:t>  3 </a:t>
            </a:r>
            <a:r>
              <a:rPr lang="en-US" b="false" i="false" strike="noStrike" u="none" sz="2000">
                <a:solidFill>
                  <a:srgbClr val="404040"/>
                </a:solidFill>
                <a:latin typeface="微软雅黑"/>
                <a:ea typeface="微软雅黑"/>
                <a:cs typeface="微软雅黑"/>
                <a:sym typeface="微软雅黑"/>
              </a:rPr>
              <a:t>种策略</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线性加速比</a:t>
            </a:r>
            <a:r>
              <a:rPr lang="en-US" b="false" i="false" strike="noStrike" u="none" sz="2000">
                <a:solidFill>
                  <a:srgbClr val="404040"/>
                </a:solidFill>
                <a:latin typeface="Calibri"/>
                <a:ea typeface="Calibri"/>
                <a:cs typeface="Calibri"/>
                <a:sym typeface="Calibri"/>
              </a:rPr>
              <a:t> = </a:t>
            </a:r>
            <a:r>
              <a:rPr lang="en-US" b="false" i="false" strike="noStrike" u="none" sz="2000">
                <a:solidFill>
                  <a:srgbClr val="404040"/>
                </a:solidFill>
                <a:latin typeface="微软雅黑"/>
                <a:ea typeface="微软雅黑"/>
                <a:cs typeface="微软雅黑"/>
                <a:sym typeface="微软雅黑"/>
              </a:rPr>
              <a:t>实际加速比</a:t>
            </a:r>
            <a:r>
              <a:rPr lang="en-US" b="false" i="false" strike="noStrike" u="none" sz="2000">
                <a:solidFill>
                  <a:srgbClr val="404040"/>
                </a:solidFill>
                <a:latin typeface="Calibri"/>
                <a:ea typeface="Calibri"/>
                <a:cs typeface="Calibri"/>
                <a:sym typeface="Calibri"/>
              </a:rPr>
              <a:t> / </a:t>
            </a:r>
            <a:r>
              <a:rPr lang="en-US" b="false" i="false" strike="noStrike" u="none" sz="2000">
                <a:solidFill>
                  <a:srgbClr val="404040"/>
                </a:solidFill>
                <a:latin typeface="微软雅黑"/>
                <a:ea typeface="微软雅黑"/>
                <a:cs typeface="微软雅黑"/>
                <a:sym typeface="微软雅黑"/>
              </a:rPr>
              <a:t>理论加速比</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峰值</a:t>
            </a:r>
            <a:r>
              <a:rPr lang="en-US" b="false" i="false" strike="noStrike" u="none" sz="2000">
                <a:solidFill>
                  <a:srgbClr val="404040"/>
                </a:solidFill>
                <a:latin typeface="Calibri"/>
                <a:ea typeface="Calibri"/>
                <a:cs typeface="Calibri"/>
                <a:sym typeface="Calibri"/>
              </a:rPr>
              <a:t> GPU </a:t>
            </a:r>
            <a:r>
              <a:rPr lang="en-US" b="false" i="false" strike="noStrike" u="none" sz="2000">
                <a:solidFill>
                  <a:srgbClr val="404040"/>
                </a:solidFill>
                <a:latin typeface="微软雅黑"/>
                <a:ea typeface="微软雅黑"/>
                <a:cs typeface="微软雅黑"/>
                <a:sym typeface="微软雅黑"/>
              </a:rPr>
              <a:t>显存（</a:t>
            </a:r>
            <a:r>
              <a:rPr lang="en-US" b="false" i="false" strike="noStrike" u="none" sz="2000">
                <a:solidFill>
                  <a:srgbClr val="404040"/>
                </a:solidFill>
                <a:latin typeface="Calibri"/>
                <a:ea typeface="Calibri"/>
                <a:cs typeface="Calibri"/>
                <a:sym typeface="Calibri"/>
              </a:rPr>
              <a:t>nvidia-smi dmon </a:t>
            </a:r>
            <a:r>
              <a:rPr lang="en-US" b="false" i="false" strike="noStrike" u="none" sz="2000">
                <a:solidFill>
                  <a:srgbClr val="404040"/>
                </a:solidFill>
                <a:latin typeface="微软雅黑"/>
                <a:ea typeface="微软雅黑"/>
                <a:cs typeface="微软雅黑"/>
                <a:sym typeface="微软雅黑"/>
              </a:rPr>
              <a:t>采样）</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通信开销占比（</a:t>
            </a:r>
            <a:r>
              <a:rPr lang="en-US" b="false" i="false" strike="noStrike" u="none" sz="2000">
                <a:solidFill>
                  <a:srgbClr val="404040"/>
                </a:solidFill>
                <a:latin typeface="Calibri"/>
                <a:ea typeface="Calibri"/>
                <a:cs typeface="Calibri"/>
                <a:sym typeface="Calibri"/>
              </a:rPr>
              <a:t>FlagCX </a:t>
            </a:r>
            <a:r>
              <a:rPr lang="en-US" b="false" i="false" strike="noStrike" u="none" sz="2000">
                <a:solidFill>
                  <a:srgbClr val="404040"/>
                </a:solidFill>
                <a:latin typeface="微软雅黑"/>
                <a:ea typeface="微软雅黑"/>
                <a:cs typeface="微软雅黑"/>
                <a:sym typeface="微软雅黑"/>
              </a:rPr>
              <a:t>日志分析）</a:t>
            </a:r>
          </a:p>
        </p:txBody>
      </p:sp>
    </p:spTree>
  </p:cSld>
  <p:clrMapOvr>
    <a:masterClrMapping/>
  </p:clrMapOvr>
  <p:transition main:dur="1000">
    <p:fade thruBlk="false"/>
  </p:transition>
</p:sld>
</file>

<file path=ppt/slides/slide7.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提交要求与评分标准</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7</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提交物清单</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config/ </a:t>
            </a:r>
            <a:r>
              <a:rPr lang="en-US" b="false" i="false" strike="noStrike" u="none" sz="2000">
                <a:solidFill>
                  <a:srgbClr val="404040"/>
                </a:solidFill>
                <a:latin typeface="微软雅黑"/>
                <a:ea typeface="微软雅黑"/>
                <a:cs typeface="微软雅黑"/>
                <a:sym typeface="微软雅黑"/>
              </a:rPr>
              <a:t>目录：</a:t>
            </a:r>
            <a:r>
              <a:rPr lang="en-US" b="false" i="false" strike="noStrike" u="none" sz="2000">
                <a:solidFill>
                  <a:srgbClr val="404040"/>
                </a:solidFill>
                <a:latin typeface="Calibri"/>
                <a:ea typeface="Calibri"/>
                <a:cs typeface="Calibri"/>
                <a:sym typeface="Calibri"/>
              </a:rPr>
              <a:t>FlagScale </a:t>
            </a:r>
            <a:r>
              <a:rPr lang="en-US" b="false" i="false" strike="noStrike" u="none" sz="2000">
                <a:solidFill>
                  <a:srgbClr val="404040"/>
                </a:solidFill>
                <a:latin typeface="微软雅黑"/>
                <a:ea typeface="微软雅黑"/>
                <a:cs typeface="微软雅黑"/>
                <a:sym typeface="微软雅黑"/>
              </a:rPr>
              <a:t>配置文件（</a:t>
            </a:r>
            <a:r>
              <a:rPr lang="en-US" b="false" i="false" strike="noStrike" u="none" sz="2000">
                <a:solidFill>
                  <a:srgbClr val="404040"/>
                </a:solidFill>
                <a:latin typeface="Calibri"/>
                <a:ea typeface="Calibri"/>
                <a:cs typeface="Calibri"/>
                <a:sym typeface="Calibri"/>
              </a:rPr>
              <a:t>3 </a:t>
            </a:r>
            <a:r>
              <a:rPr lang="en-US" b="false" i="false" strike="noStrike" u="none" sz="2000">
                <a:solidFill>
                  <a:srgbClr val="404040"/>
                </a:solidFill>
                <a:latin typeface="微软雅黑"/>
                <a:ea typeface="微软雅黑"/>
                <a:cs typeface="微软雅黑"/>
                <a:sym typeface="微软雅黑"/>
              </a:rPr>
              <a:t>种并行策略）</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scripts/ </a:t>
            </a:r>
            <a:r>
              <a:rPr lang="en-US" b="false" i="false" strike="noStrike" u="none" sz="2000">
                <a:solidFill>
                  <a:srgbClr val="404040"/>
                </a:solidFill>
                <a:latin typeface="微软雅黑"/>
                <a:ea typeface="微软雅黑"/>
                <a:cs typeface="微软雅黑"/>
                <a:sym typeface="微软雅黑"/>
              </a:rPr>
              <a:t>目录：启动脚本、监控脚本</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results/ </a:t>
            </a:r>
            <a:r>
              <a:rPr lang="en-US" b="false" i="false" strike="noStrike" u="none" sz="2000">
                <a:solidFill>
                  <a:srgbClr val="404040"/>
                </a:solidFill>
                <a:latin typeface="微软雅黑"/>
                <a:ea typeface="微软雅黑"/>
                <a:cs typeface="微软雅黑"/>
                <a:sym typeface="微软雅黑"/>
              </a:rPr>
              <a:t>目录：性能数据</a:t>
            </a:r>
            <a:r>
              <a:rPr lang="en-US" b="false" i="false" strike="noStrike" u="none" sz="2000">
                <a:solidFill>
                  <a:srgbClr val="404040"/>
                </a:solidFill>
                <a:latin typeface="Calibri"/>
                <a:ea typeface="Calibri"/>
                <a:cs typeface="Calibri"/>
                <a:sym typeface="Calibri"/>
              </a:rPr>
              <a:t> CSV</a:t>
            </a:r>
            <a:r>
              <a:rPr lang="en-US" b="false" i="false" strike="noStrike" u="none" sz="2000">
                <a:solidFill>
                  <a:srgbClr val="404040"/>
                </a:solidFill>
                <a:latin typeface="微软雅黑"/>
                <a:ea typeface="微软雅黑"/>
                <a:cs typeface="微软雅黑"/>
                <a:sym typeface="微软雅黑"/>
              </a:rPr>
              <a:t>、显存日志</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report.pdf</a:t>
            </a:r>
            <a:r>
              <a:rPr lang="en-US" b="false" i="false" strike="noStrike" u="none" sz="2000">
                <a:solidFill>
                  <a:srgbClr val="404040"/>
                </a:solidFill>
                <a:latin typeface="微软雅黑"/>
                <a:ea typeface="微软雅黑"/>
                <a:cs typeface="微软雅黑"/>
                <a:sym typeface="微软雅黑"/>
              </a:rPr>
              <a:t>：不超过</a:t>
            </a:r>
            <a:r>
              <a:rPr lang="en-US" b="false" i="false" strike="noStrike" u="none" sz="2000">
                <a:solidFill>
                  <a:srgbClr val="404040"/>
                </a:solidFill>
                <a:latin typeface="Calibri"/>
                <a:ea typeface="Calibri"/>
                <a:cs typeface="Calibri"/>
                <a:sym typeface="Calibri"/>
              </a:rPr>
              <a:t> 10 </a:t>
            </a:r>
            <a:r>
              <a:rPr lang="en-US" b="false" i="false" strike="noStrike" u="none" sz="2000">
                <a:solidFill>
                  <a:srgbClr val="404040"/>
                </a:solidFill>
                <a:latin typeface="微软雅黑"/>
                <a:ea typeface="微软雅黑"/>
                <a:cs typeface="微软雅黑"/>
                <a:sym typeface="微软雅黑"/>
              </a:rPr>
              <a:t>页，含架构图、性能对比图、分析结论</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（进阶）</a:t>
            </a:r>
            <a:r>
              <a:rPr lang="en-US" b="false" i="false" strike="noStrike" u="none" sz="2000">
                <a:solidFill>
                  <a:srgbClr val="404040"/>
                </a:solidFill>
                <a:latin typeface="Calibri"/>
                <a:ea typeface="Calibri"/>
                <a:cs typeface="Calibri"/>
                <a:sym typeface="Calibri"/>
              </a:rPr>
              <a:t>fault_recovery_demo.mp4</a:t>
            </a:r>
            <a:r>
              <a:rPr lang="en-US" b="false" i="false" strike="noStrike" u="none" sz="2000">
                <a:solidFill>
                  <a:srgbClr val="404040"/>
                </a:solidFill>
                <a:latin typeface="微软雅黑"/>
                <a:ea typeface="微软雅黑"/>
                <a:cs typeface="微软雅黑"/>
                <a:sym typeface="微软雅黑"/>
              </a:rPr>
              <a:t>：故障恢复录屏</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评分标准</a:t>
            </a:r>
          </a:p>
        </p:txBody>
      </p:sp>
      <p:graphicFrame>
        <p:nvGraphicFramePr>
          <p:cNvPr name="Table 6" id="6"/>
          <p:cNvGraphicFramePr>
            <a:graphicFrameLocks noGrp="true"/>
          </p:cNvGraphicFramePr>
          <p:nvPr/>
        </p:nvGraphicFramePr>
        <p:xfrm>
          <a:off x="2305050" y="3928745"/>
          <a:ext cx="8769985" cy="2247900"/>
        </p:xfrm>
        <a:graphic>
          <a:graphicData uri="http://schemas.openxmlformats.org/drawingml/2006/table">
            <a:tbl>
              <a:tblPr>
                <a:effectLst/>
              </a:tblPr>
              <a:tblGrid>
                <a:gridCol w="2811145"/>
                <a:gridCol w="1686560"/>
                <a:gridCol w="4272280"/>
              </a:tblGrid>
              <a:tr h="393065">
                <a:tc>
                  <a:txBody>
                    <a:bodyPr anchor="t" rtlCol="false"/>
                    <a:lstStyle/>
                    <a:p>
                      <a:pPr algn="ctr" indent="0">
                        <a:lnSpc>
                          <a:spcPct val="100000"/>
                        </a:lnSpc>
                        <a:defRPr/>
                      </a:pPr>
                      <a:r>
                        <a:rPr lang="en-US" b="true" i="false" strike="noStrike" u="none" sz="1600">
                          <a:solidFill>
                            <a:srgbClr val="FFFFFF"/>
                          </a:solidFill>
                          <a:latin typeface="Arial"/>
                          <a:ea typeface="Arial"/>
                          <a:cs typeface="Arial"/>
                          <a:sym typeface="Arial"/>
                        </a:rPr>
                        <a:t>考核维度</a:t>
                      </a:r>
                      <a:endParaRPr lang="en-US" sz="1100"/>
                    </a:p>
                  </a:txBody>
                  <a:tcPr anchor="ctr" marL="76200" marR="50800" marT="50800" marB="50800">
                    <a:lnL cmpd="sng" algn="ctr" cap="flat" w="9525">
                      <a:solidFill>
                        <a:srgbClr val="BBBBBB"/>
                      </a:solidFill>
                      <a:prstDash val="solid"/>
                      <a:round/>
                      <a:headEnd type="none" w="med" len="med"/>
                      <a:tailEnd type="none" w="med" len="med"/>
                    </a:lnL>
                    <a:lnR cmpd="sng" algn="ctr" cap="flat" w="9525">
                      <a:solidFill>
                        <a:srgbClr val="BBBBBB"/>
                      </a:solidFill>
                      <a:prstDash val="solid"/>
                      <a:round/>
                      <a:headEnd type="none" w="med" len="med"/>
                      <a:tailEnd type="none" w="med" len="med"/>
                    </a:lnR>
                    <a:lnT cmpd="sng" algn="ctr" cap="flat" w="9525">
                      <a:solidFill>
                        <a:srgbClr val="BBBBBB"/>
                      </a:solidFill>
                      <a:prstDash val="solid"/>
                      <a:round/>
                      <a:headEnd type="none" w="med" len="med"/>
                      <a:tailEnd type="none" w="med" len="med"/>
                    </a:lnT>
                    <a:lnB cmpd="sng" algn="ctr" cap="flat" w="9525">
                      <a:solidFill>
                        <a:srgbClr val="BBBBBB"/>
                      </a:solidFill>
                      <a:prstDash val="solid"/>
                      <a:round/>
                      <a:headEnd type="none" w="med" len="med"/>
                      <a:tailEnd type="none" w="med" len="med"/>
                    </a:lnB>
                    <a:solidFill>
                      <a:srgbClr val="8B0012">
                        <a:alpha val="100000"/>
                      </a:srgbClr>
                    </a:solidFill>
                  </a:tcPr>
                </a:tc>
                <a:tc>
                  <a:txBody>
                    <a:bodyPr anchor="t" rtlCol="false"/>
                    <a:lstStyle/>
                    <a:p>
                      <a:pPr algn="ctr" indent="0">
                        <a:lnSpc>
                          <a:spcPct val="100000"/>
                        </a:lnSpc>
                        <a:defRPr/>
                      </a:pPr>
                      <a:r>
                        <a:rPr lang="en-US" b="true" i="false" strike="noStrike" u="none" sz="1600">
                          <a:solidFill>
                            <a:srgbClr val="FFFFFF"/>
                          </a:solidFill>
                          <a:latin typeface="Arial"/>
                          <a:ea typeface="Arial"/>
                          <a:cs typeface="Arial"/>
                          <a:sym typeface="Arial"/>
                        </a:rPr>
                        <a:t>分值</a:t>
                      </a:r>
                      <a:endParaRPr lang="en-US" sz="1100"/>
                    </a:p>
                  </a:txBody>
                  <a:tcPr anchor="ctr" marL="76200" marR="50800" marT="50800" marB="50800">
                    <a:lnL cmpd="sng" algn="ctr" cap="flat" w="9525">
                      <a:solidFill>
                        <a:srgbClr val="BBBBBB"/>
                      </a:solidFill>
                      <a:prstDash val="solid"/>
                      <a:round/>
                      <a:headEnd type="none" w="med" len="med"/>
                      <a:tailEnd type="none" w="med" len="med"/>
                    </a:lnL>
                    <a:lnR cmpd="sng" algn="ctr" cap="flat" w="9525">
                      <a:solidFill>
                        <a:srgbClr val="BBBBBB"/>
                      </a:solidFill>
                      <a:prstDash val="solid"/>
                      <a:round/>
                      <a:headEnd type="none" w="med" len="med"/>
                      <a:tailEnd type="none" w="med" len="med"/>
                    </a:lnR>
                    <a:lnT cmpd="sng" algn="ctr" cap="flat" w="9525">
                      <a:solidFill>
                        <a:srgbClr val="BBBBBB"/>
                      </a:solidFill>
                      <a:prstDash val="solid"/>
                      <a:round/>
                      <a:headEnd type="none" w="med" len="med"/>
                      <a:tailEnd type="none" w="med" len="med"/>
                    </a:lnT>
                    <a:lnB cmpd="sng" algn="ctr" cap="flat" w="9525">
                      <a:solidFill>
                        <a:srgbClr val="BBBBBB"/>
                      </a:solidFill>
                      <a:prstDash val="solid"/>
                      <a:round/>
                      <a:headEnd type="none" w="med" len="med"/>
                      <a:tailEnd type="none" w="med" len="med"/>
                    </a:lnB>
                    <a:solidFill>
                      <a:srgbClr val="8B0012">
                        <a:alpha val="100000"/>
                      </a:srgbClr>
                    </a:solidFill>
                  </a:tcPr>
                </a:tc>
                <a:tc>
                  <a:txBody>
                    <a:bodyPr anchor="t" rtlCol="false"/>
                    <a:lstStyle/>
                    <a:p>
                      <a:pPr algn="ctr" indent="0">
                        <a:lnSpc>
                          <a:spcPct val="100000"/>
                        </a:lnSpc>
                        <a:defRPr/>
                      </a:pPr>
                      <a:r>
                        <a:rPr lang="en-US" b="true" i="false" strike="noStrike" u="none" sz="1600">
                          <a:solidFill>
                            <a:srgbClr val="FFFFFF"/>
                          </a:solidFill>
                          <a:latin typeface="Arial"/>
                          <a:ea typeface="Arial"/>
                          <a:cs typeface="Arial"/>
                          <a:sym typeface="Arial"/>
                        </a:rPr>
                        <a:t>评分标准</a:t>
                      </a:r>
                      <a:endParaRPr lang="en-US" sz="1100"/>
                    </a:p>
                  </a:txBody>
                  <a:tcPr anchor="ctr" marL="76200" marR="50800" marT="50800" marB="50800">
                    <a:lnL cmpd="sng" algn="ctr" cap="flat" w="9525">
                      <a:solidFill>
                        <a:srgbClr val="BBBBBB"/>
                      </a:solidFill>
                      <a:prstDash val="solid"/>
                      <a:round/>
                      <a:headEnd type="none" w="med" len="med"/>
                      <a:tailEnd type="none" w="med" len="med"/>
                    </a:lnL>
                    <a:lnR cmpd="sng" algn="ctr" cap="flat" w="9525">
                      <a:solidFill>
                        <a:srgbClr val="BBBBBB"/>
                      </a:solidFill>
                      <a:prstDash val="solid"/>
                      <a:round/>
                      <a:headEnd type="none" w="med" len="med"/>
                      <a:tailEnd type="none" w="med" len="med"/>
                    </a:lnR>
                    <a:lnT cmpd="sng" algn="ctr" cap="flat" w="9525">
                      <a:solidFill>
                        <a:srgbClr val="BBBBBB"/>
                      </a:solidFill>
                      <a:prstDash val="solid"/>
                      <a:round/>
                      <a:headEnd type="none" w="med" len="med"/>
                      <a:tailEnd type="none" w="med" len="med"/>
                    </a:lnT>
                    <a:lnB cmpd="sng" algn="ctr" cap="flat" w="9525">
                      <a:solidFill>
                        <a:srgbClr val="BBBBBB"/>
                      </a:solidFill>
                      <a:prstDash val="solid"/>
                      <a:round/>
                      <a:headEnd type="none" w="med" len="med"/>
                      <a:tailEnd type="none" w="med" len="med"/>
                    </a:lnB>
                    <a:solidFill>
                      <a:srgbClr val="8B0012">
                        <a:alpha val="100000"/>
                      </a:srgbClr>
                    </a:solidFill>
                  </a:tcPr>
                </a:tc>
              </a:tr>
              <a:tr h="370840">
                <a:tc>
                  <a:txBody>
                    <a:bodyPr anchor="t" rtlCol="false"/>
                    <a:lstStyle/>
                    <a:p>
                      <a:pPr algn="just" indent="0">
                        <a:lnSpc>
                          <a:spcPct val="100000"/>
                        </a:lnSpc>
                        <a:defRPr/>
                      </a:pPr>
                      <a:r>
                        <a:rPr lang="en-US" b="false" i="false" strike="noStrike" u="none" sz="1600">
                          <a:solidFill>
                            <a:srgbClr val="000000"/>
                          </a:solidFill>
                          <a:latin typeface="Arial"/>
                          <a:ea typeface="Arial"/>
                          <a:cs typeface="Arial"/>
                          <a:sym typeface="Arial"/>
                        </a:rPr>
                        <a:t>训练任务成功运行</a:t>
                      </a:r>
                      <a:endParaRPr lang="en-US" sz="1100"/>
                    </a:p>
                  </a:txBody>
                  <a:tcPr anchor="t" marL="76200" marR="50800" marT="50800" marB="50800">
                    <a:lnL cmpd="sng" algn="ctr" cap="flat" w="9525">
                      <a:solidFill>
                        <a:srgbClr val="BBBBBB"/>
                      </a:solidFill>
                      <a:prstDash val="solid"/>
                      <a:round/>
                      <a:headEnd type="none" w="med" len="med"/>
                      <a:tailEnd type="none" w="med" len="med"/>
                    </a:lnL>
                    <a:lnR cmpd="sng" algn="ctr" cap="flat" w="9525">
                      <a:solidFill>
                        <a:srgbClr val="BBBBBB"/>
                      </a:solidFill>
                      <a:prstDash val="solid"/>
                      <a:round/>
                      <a:headEnd type="none" w="med" len="med"/>
                      <a:tailEnd type="none" w="med" len="med"/>
                    </a:lnR>
                    <a:lnT cmpd="sng" algn="ctr" cap="flat" w="9525">
                      <a:solidFill>
                        <a:srgbClr val="BBBBBB"/>
                      </a:solidFill>
                      <a:prstDash val="solid"/>
                      <a:round/>
                      <a:headEnd type="none" w="med" len="med"/>
                      <a:tailEnd type="none" w="med" len="med"/>
                    </a:lnT>
                    <a:lnB cmpd="sng" algn="ctr" cap="flat" w="9525">
                      <a:solidFill>
                        <a:srgbClr val="BBBBBB"/>
                      </a:solidFill>
                      <a:prstDash val="solid"/>
                      <a:round/>
                      <a:headEnd type="none" w="med" len="med"/>
                      <a:tailEnd type="none" w="med" len="med"/>
                    </a:lnB>
                    <a:solidFill>
                      <a:srgbClr val="FFFFFF">
                        <a:alpha val="100000"/>
                      </a:srgbClr>
                    </a:solidFill>
                  </a:tcPr>
                </a:tc>
                <a:tc>
                  <a:txBody>
                    <a:bodyPr anchor="t" rtlCol="false"/>
                    <a:lstStyle/>
                    <a:p>
                      <a:pPr algn="just" indent="0">
                        <a:lnSpc>
                          <a:spcPct val="100000"/>
                        </a:lnSpc>
                        <a:defRPr/>
                      </a:pPr>
                      <a:r>
                        <a:rPr lang="en-US" b="false" i="false" strike="noStrike" u="none" sz="1600">
                          <a:solidFill>
                            <a:srgbClr val="000000"/>
                          </a:solidFill>
                          <a:latin typeface="Arial"/>
                          <a:ea typeface="Arial"/>
                          <a:cs typeface="Arial"/>
                          <a:sym typeface="Arial"/>
                        </a:rPr>
                        <a:t>25 分</a:t>
                      </a:r>
                      <a:endParaRPr lang="en-US" sz="1100"/>
                    </a:p>
                  </a:txBody>
                  <a:tcPr anchor="t" marL="76200" marR="50800" marT="50800" marB="50800">
                    <a:lnL cmpd="sng" algn="ctr" cap="flat" w="9525">
                      <a:solidFill>
                        <a:srgbClr val="BBBBBB"/>
                      </a:solidFill>
                      <a:prstDash val="solid"/>
                      <a:round/>
                      <a:headEnd type="none" w="med" len="med"/>
                      <a:tailEnd type="none" w="med" len="med"/>
                    </a:lnL>
                    <a:lnR cmpd="sng" algn="ctr" cap="flat" w="9525">
                      <a:solidFill>
                        <a:srgbClr val="BBBBBB"/>
                      </a:solidFill>
                      <a:prstDash val="solid"/>
                      <a:round/>
                      <a:headEnd type="none" w="med" len="med"/>
                      <a:tailEnd type="none" w="med" len="med"/>
                    </a:lnR>
                    <a:lnT cmpd="sng" algn="ctr" cap="flat" w="9525">
                      <a:solidFill>
                        <a:srgbClr val="BBBBBB"/>
                      </a:solidFill>
                      <a:prstDash val="solid"/>
                      <a:round/>
                      <a:headEnd type="none" w="med" len="med"/>
                      <a:tailEnd type="none" w="med" len="med"/>
                    </a:lnT>
                    <a:lnB cmpd="sng" algn="ctr" cap="flat" w="9525">
                      <a:solidFill>
                        <a:srgbClr val="BBBBBB"/>
                      </a:solidFill>
                      <a:prstDash val="solid"/>
                      <a:round/>
                      <a:headEnd type="none" w="med" len="med"/>
                      <a:tailEnd type="none" w="med" len="med"/>
                    </a:lnB>
                    <a:solidFill>
                      <a:srgbClr val="FFFFFF">
                        <a:alpha val="100000"/>
                      </a:srgbClr>
                    </a:solidFill>
                  </a:tcPr>
                </a:tc>
                <a:tc>
                  <a:txBody>
                    <a:bodyPr anchor="t" rtlCol="false"/>
                    <a:lstStyle/>
                    <a:p>
                      <a:pPr algn="just" indent="0">
                        <a:lnSpc>
                          <a:spcPct val="100000"/>
                        </a:lnSpc>
                        <a:defRPr/>
                      </a:pPr>
                      <a:r>
                        <a:rPr lang="en-US" b="false" i="false" strike="noStrike" u="none" sz="1600">
                          <a:solidFill>
                            <a:srgbClr val="000000"/>
                          </a:solidFill>
                          <a:latin typeface="Arial"/>
                          <a:ea typeface="Arial"/>
                          <a:cs typeface="Arial"/>
                          <a:sym typeface="Arial"/>
                        </a:rPr>
                        <a:t>多机环境稳定运行 100 步以上</a:t>
                      </a:r>
                      <a:endParaRPr lang="en-US" sz="1100"/>
                    </a:p>
                  </a:txBody>
                  <a:tcPr anchor="t" marL="76200" marR="50800" marT="50800" marB="50800">
                    <a:lnL cmpd="sng" algn="ctr" cap="flat" w="9525">
                      <a:solidFill>
                        <a:srgbClr val="BBBBBB"/>
                      </a:solidFill>
                      <a:prstDash val="solid"/>
                      <a:round/>
                      <a:headEnd type="none" w="med" len="med"/>
                      <a:tailEnd type="none" w="med" len="med"/>
                    </a:lnL>
                    <a:lnR cmpd="sng" algn="ctr" cap="flat" w="9525">
                      <a:solidFill>
                        <a:srgbClr val="BBBBBB"/>
                      </a:solidFill>
                      <a:prstDash val="solid"/>
                      <a:round/>
                      <a:headEnd type="none" w="med" len="med"/>
                      <a:tailEnd type="none" w="med" len="med"/>
                    </a:lnR>
                    <a:lnT cmpd="sng" algn="ctr" cap="flat" w="9525">
                      <a:solidFill>
                        <a:srgbClr val="BBBBBB"/>
                      </a:solidFill>
                      <a:prstDash val="solid"/>
                      <a:round/>
                      <a:headEnd type="none" w="med" len="med"/>
                      <a:tailEnd type="none" w="med" len="med"/>
                    </a:lnT>
                    <a:lnB cmpd="sng" algn="ctr" cap="flat" w="9525">
                      <a:solidFill>
                        <a:srgbClr val="BBBBBB"/>
                      </a:solidFill>
                      <a:prstDash val="solid"/>
                      <a:round/>
                      <a:headEnd type="none" w="med" len="med"/>
                      <a:tailEnd type="none" w="med" len="med"/>
                    </a:lnB>
                    <a:solidFill>
                      <a:srgbClr val="FFFFFF">
                        <a:alpha val="100000"/>
                      </a:srgbClr>
                    </a:solidFill>
                  </a:tcPr>
                </a:tc>
              </a:tr>
              <a:tr h="371475">
                <a:tc>
                  <a:txBody>
                    <a:bodyPr anchor="t" rtlCol="false"/>
                    <a:lstStyle/>
                    <a:p>
                      <a:pPr algn="just" indent="0">
                        <a:lnSpc>
                          <a:spcPct val="100000"/>
                        </a:lnSpc>
                        <a:defRPr/>
                      </a:pPr>
                      <a:r>
                        <a:rPr lang="en-US" b="false" i="false" strike="noStrike" u="none" sz="1600">
                          <a:solidFill>
                            <a:srgbClr val="000000"/>
                          </a:solidFill>
                          <a:latin typeface="Arial"/>
                          <a:ea typeface="Arial"/>
                          <a:cs typeface="Arial"/>
                          <a:sym typeface="Arial"/>
                        </a:rPr>
                        <a:t>并行策略对比分析</a:t>
                      </a:r>
                      <a:endParaRPr lang="en-US" sz="1100"/>
                    </a:p>
                  </a:txBody>
                  <a:tcPr anchor="t" marL="76200" marR="50800" marT="50800" marB="50800">
                    <a:lnL cmpd="sng" algn="ctr" cap="flat" w="9525">
                      <a:solidFill>
                        <a:srgbClr val="BBBBBB"/>
                      </a:solidFill>
                      <a:prstDash val="solid"/>
                      <a:round/>
                      <a:headEnd type="none" w="med" len="med"/>
                      <a:tailEnd type="none" w="med" len="med"/>
                    </a:lnL>
                    <a:lnR cmpd="sng" algn="ctr" cap="flat" w="9525">
                      <a:solidFill>
                        <a:srgbClr val="BBBBBB"/>
                      </a:solidFill>
                      <a:prstDash val="solid"/>
                      <a:round/>
                      <a:headEnd type="none" w="med" len="med"/>
                      <a:tailEnd type="none" w="med" len="med"/>
                    </a:lnR>
                    <a:lnT cmpd="sng" algn="ctr" cap="flat" w="9525">
                      <a:solidFill>
                        <a:srgbClr val="BBBBBB"/>
                      </a:solidFill>
                      <a:prstDash val="solid"/>
                      <a:round/>
                      <a:headEnd type="none" w="med" len="med"/>
                      <a:tailEnd type="none" w="med" len="med"/>
                    </a:lnT>
                    <a:lnB cmpd="sng" algn="ctr" cap="flat" w="9525">
                      <a:solidFill>
                        <a:srgbClr val="BBBBBB"/>
                      </a:solidFill>
                      <a:prstDash val="solid"/>
                      <a:round/>
                      <a:headEnd type="none" w="med" len="med"/>
                      <a:tailEnd type="none" w="med" len="med"/>
                    </a:lnB>
                    <a:solidFill>
                      <a:srgbClr val="F5F5F5">
                        <a:alpha val="100000"/>
                      </a:srgbClr>
                    </a:solidFill>
                  </a:tcPr>
                </a:tc>
                <a:tc>
                  <a:txBody>
                    <a:bodyPr anchor="t" rtlCol="false"/>
                    <a:lstStyle/>
                    <a:p>
                      <a:pPr algn="just" indent="0">
                        <a:lnSpc>
                          <a:spcPct val="100000"/>
                        </a:lnSpc>
                        <a:defRPr/>
                      </a:pPr>
                      <a:r>
                        <a:rPr lang="en-US" b="false" i="false" strike="noStrike" u="none" sz="1600">
                          <a:solidFill>
                            <a:srgbClr val="000000"/>
                          </a:solidFill>
                          <a:latin typeface="Arial"/>
                          <a:ea typeface="Arial"/>
                          <a:cs typeface="Arial"/>
                          <a:sym typeface="Arial"/>
                        </a:rPr>
                        <a:t>30 分</a:t>
                      </a:r>
                      <a:endParaRPr lang="en-US" sz="1100"/>
                    </a:p>
                  </a:txBody>
                  <a:tcPr anchor="t" marL="76200" marR="50800" marT="50800" marB="50800">
                    <a:lnL cmpd="sng" algn="ctr" cap="flat" w="9525">
                      <a:solidFill>
                        <a:srgbClr val="BBBBBB"/>
                      </a:solidFill>
                      <a:prstDash val="solid"/>
                      <a:round/>
                      <a:headEnd type="none" w="med" len="med"/>
                      <a:tailEnd type="none" w="med" len="med"/>
                    </a:lnL>
                    <a:lnR cmpd="sng" algn="ctr" cap="flat" w="9525">
                      <a:solidFill>
                        <a:srgbClr val="BBBBBB"/>
                      </a:solidFill>
                      <a:prstDash val="solid"/>
                      <a:round/>
                      <a:headEnd type="none" w="med" len="med"/>
                      <a:tailEnd type="none" w="med" len="med"/>
                    </a:lnR>
                    <a:lnT cmpd="sng" algn="ctr" cap="flat" w="9525">
                      <a:solidFill>
                        <a:srgbClr val="BBBBBB"/>
                      </a:solidFill>
                      <a:prstDash val="solid"/>
                      <a:round/>
                      <a:headEnd type="none" w="med" len="med"/>
                      <a:tailEnd type="none" w="med" len="med"/>
                    </a:lnT>
                    <a:lnB cmpd="sng" algn="ctr" cap="flat" w="9525">
                      <a:solidFill>
                        <a:srgbClr val="BBBBBB"/>
                      </a:solidFill>
                      <a:prstDash val="solid"/>
                      <a:round/>
                      <a:headEnd type="none" w="med" len="med"/>
                      <a:tailEnd type="none" w="med" len="med"/>
                    </a:lnB>
                    <a:solidFill>
                      <a:srgbClr val="F5F5F5">
                        <a:alpha val="100000"/>
                      </a:srgbClr>
                    </a:solidFill>
                  </a:tcPr>
                </a:tc>
                <a:tc>
                  <a:txBody>
                    <a:bodyPr anchor="t" rtlCol="false"/>
                    <a:lstStyle/>
                    <a:p>
                      <a:pPr algn="just" indent="0">
                        <a:lnSpc>
                          <a:spcPct val="100000"/>
                        </a:lnSpc>
                        <a:defRPr/>
                      </a:pPr>
                      <a:r>
                        <a:rPr lang="en-US" b="false" i="false" strike="noStrike" u="none" sz="1600">
                          <a:solidFill>
                            <a:srgbClr val="000000"/>
                          </a:solidFill>
                          <a:latin typeface="Arial"/>
                          <a:ea typeface="Arial"/>
                          <a:cs typeface="Arial"/>
                          <a:sym typeface="Arial"/>
                        </a:rPr>
                        <a:t>三种策略数据完整，分析有深度</a:t>
                      </a:r>
                      <a:endParaRPr lang="en-US" sz="1100"/>
                    </a:p>
                  </a:txBody>
                  <a:tcPr anchor="t" marL="76200" marR="50800" marT="50800" marB="50800">
                    <a:lnL cmpd="sng" algn="ctr" cap="flat" w="9525">
                      <a:solidFill>
                        <a:srgbClr val="BBBBBB"/>
                      </a:solidFill>
                      <a:prstDash val="solid"/>
                      <a:round/>
                      <a:headEnd type="none" w="med" len="med"/>
                      <a:tailEnd type="none" w="med" len="med"/>
                    </a:lnL>
                    <a:lnR cmpd="sng" algn="ctr" cap="flat" w="9525">
                      <a:solidFill>
                        <a:srgbClr val="BBBBBB"/>
                      </a:solidFill>
                      <a:prstDash val="solid"/>
                      <a:round/>
                      <a:headEnd type="none" w="med" len="med"/>
                      <a:tailEnd type="none" w="med" len="med"/>
                    </a:lnR>
                    <a:lnT cmpd="sng" algn="ctr" cap="flat" w="9525">
                      <a:solidFill>
                        <a:srgbClr val="BBBBBB"/>
                      </a:solidFill>
                      <a:prstDash val="solid"/>
                      <a:round/>
                      <a:headEnd type="none" w="med" len="med"/>
                      <a:tailEnd type="none" w="med" len="med"/>
                    </a:lnT>
                    <a:lnB cmpd="sng" algn="ctr" cap="flat" w="9525">
                      <a:solidFill>
                        <a:srgbClr val="BBBBBB"/>
                      </a:solidFill>
                      <a:prstDash val="solid"/>
                      <a:round/>
                      <a:headEnd type="none" w="med" len="med"/>
                      <a:tailEnd type="none" w="med" len="med"/>
                    </a:lnB>
                    <a:solidFill>
                      <a:srgbClr val="F5F5F5">
                        <a:alpha val="100000"/>
                      </a:srgbClr>
                    </a:solidFill>
                  </a:tcPr>
                </a:tc>
              </a:tr>
              <a:tr h="370840">
                <a:tc>
                  <a:txBody>
                    <a:bodyPr anchor="t" rtlCol="false"/>
                    <a:lstStyle/>
                    <a:p>
                      <a:pPr algn="just" indent="0">
                        <a:lnSpc>
                          <a:spcPct val="100000"/>
                        </a:lnSpc>
                        <a:defRPr/>
                      </a:pPr>
                      <a:r>
                        <a:rPr lang="en-US" b="false" i="false" strike="noStrike" u="none" sz="1600">
                          <a:solidFill>
                            <a:srgbClr val="000000"/>
                          </a:solidFill>
                          <a:latin typeface="Arial"/>
                          <a:ea typeface="Arial"/>
                          <a:cs typeface="Arial"/>
                          <a:sym typeface="Arial"/>
                        </a:rPr>
                        <a:t>FlagCX 集成与分析</a:t>
                      </a:r>
                      <a:endParaRPr lang="en-US" sz="1100"/>
                    </a:p>
                  </a:txBody>
                  <a:tcPr anchor="t" marL="76200" marR="50800" marT="50800" marB="50800">
                    <a:lnL cmpd="sng" algn="ctr" cap="flat" w="9525">
                      <a:solidFill>
                        <a:srgbClr val="BBBBBB"/>
                      </a:solidFill>
                      <a:prstDash val="solid"/>
                      <a:round/>
                      <a:headEnd type="none" w="med" len="med"/>
                      <a:tailEnd type="none" w="med" len="med"/>
                    </a:lnL>
                    <a:lnR cmpd="sng" algn="ctr" cap="flat" w="9525">
                      <a:solidFill>
                        <a:srgbClr val="BBBBBB"/>
                      </a:solidFill>
                      <a:prstDash val="solid"/>
                      <a:round/>
                      <a:headEnd type="none" w="med" len="med"/>
                      <a:tailEnd type="none" w="med" len="med"/>
                    </a:lnR>
                    <a:lnT cmpd="sng" algn="ctr" cap="flat" w="9525">
                      <a:solidFill>
                        <a:srgbClr val="BBBBBB"/>
                      </a:solidFill>
                      <a:prstDash val="solid"/>
                      <a:round/>
                      <a:headEnd type="none" w="med" len="med"/>
                      <a:tailEnd type="none" w="med" len="med"/>
                    </a:lnT>
                    <a:lnB cmpd="sng" algn="ctr" cap="flat" w="9525">
                      <a:solidFill>
                        <a:srgbClr val="BBBBBB"/>
                      </a:solidFill>
                      <a:prstDash val="solid"/>
                      <a:round/>
                      <a:headEnd type="none" w="med" len="med"/>
                      <a:tailEnd type="none" w="med" len="med"/>
                    </a:lnB>
                    <a:solidFill>
                      <a:srgbClr val="FFFFFF">
                        <a:alpha val="100000"/>
                      </a:srgbClr>
                    </a:solidFill>
                  </a:tcPr>
                </a:tc>
                <a:tc>
                  <a:txBody>
                    <a:bodyPr anchor="t" rtlCol="false"/>
                    <a:lstStyle/>
                    <a:p>
                      <a:pPr algn="just" indent="0">
                        <a:lnSpc>
                          <a:spcPct val="100000"/>
                        </a:lnSpc>
                        <a:defRPr/>
                      </a:pPr>
                      <a:r>
                        <a:rPr lang="en-US" b="false" i="false" strike="noStrike" u="none" sz="1600">
                          <a:solidFill>
                            <a:srgbClr val="000000"/>
                          </a:solidFill>
                          <a:latin typeface="Arial"/>
                          <a:ea typeface="Arial"/>
                          <a:cs typeface="Arial"/>
                          <a:sym typeface="Arial"/>
                        </a:rPr>
                        <a:t>20 分</a:t>
                      </a:r>
                      <a:endParaRPr lang="en-US" sz="1100"/>
                    </a:p>
                  </a:txBody>
                  <a:tcPr anchor="t" marL="76200" marR="50800" marT="50800" marB="50800">
                    <a:lnL cmpd="sng" algn="ctr" cap="flat" w="9525">
                      <a:solidFill>
                        <a:srgbClr val="BBBBBB"/>
                      </a:solidFill>
                      <a:prstDash val="solid"/>
                      <a:round/>
                      <a:headEnd type="none" w="med" len="med"/>
                      <a:tailEnd type="none" w="med" len="med"/>
                    </a:lnL>
                    <a:lnR cmpd="sng" algn="ctr" cap="flat" w="9525">
                      <a:solidFill>
                        <a:srgbClr val="BBBBBB"/>
                      </a:solidFill>
                      <a:prstDash val="solid"/>
                      <a:round/>
                      <a:headEnd type="none" w="med" len="med"/>
                      <a:tailEnd type="none" w="med" len="med"/>
                    </a:lnR>
                    <a:lnT cmpd="sng" algn="ctr" cap="flat" w="9525">
                      <a:solidFill>
                        <a:srgbClr val="BBBBBB"/>
                      </a:solidFill>
                      <a:prstDash val="solid"/>
                      <a:round/>
                      <a:headEnd type="none" w="med" len="med"/>
                      <a:tailEnd type="none" w="med" len="med"/>
                    </a:lnT>
                    <a:lnB cmpd="sng" algn="ctr" cap="flat" w="9525">
                      <a:solidFill>
                        <a:srgbClr val="BBBBBB"/>
                      </a:solidFill>
                      <a:prstDash val="solid"/>
                      <a:round/>
                      <a:headEnd type="none" w="med" len="med"/>
                      <a:tailEnd type="none" w="med" len="med"/>
                    </a:lnB>
                    <a:solidFill>
                      <a:srgbClr val="FFFFFF">
                        <a:alpha val="100000"/>
                      </a:srgbClr>
                    </a:solidFill>
                  </a:tcPr>
                </a:tc>
                <a:tc>
                  <a:txBody>
                    <a:bodyPr anchor="t" rtlCol="false"/>
                    <a:lstStyle/>
                    <a:p>
                      <a:pPr algn="just" indent="0">
                        <a:lnSpc>
                          <a:spcPct val="100000"/>
                        </a:lnSpc>
                        <a:defRPr/>
                      </a:pPr>
                      <a:r>
                        <a:rPr lang="en-US" b="false" i="false" strike="noStrike" u="none" sz="1600">
                          <a:solidFill>
                            <a:srgbClr val="000000"/>
                          </a:solidFill>
                          <a:latin typeface="Arial"/>
                          <a:ea typeface="Arial"/>
                          <a:cs typeface="Arial"/>
                          <a:sym typeface="Arial"/>
                        </a:rPr>
                        <a:t>通信开销量化，与 NCCL 对比</a:t>
                      </a:r>
                      <a:endParaRPr lang="en-US" sz="1100"/>
                    </a:p>
                  </a:txBody>
                  <a:tcPr anchor="t" marL="76200" marR="50800" marT="50800" marB="50800">
                    <a:lnL cmpd="sng" algn="ctr" cap="flat" w="9525">
                      <a:solidFill>
                        <a:srgbClr val="BBBBBB"/>
                      </a:solidFill>
                      <a:prstDash val="solid"/>
                      <a:round/>
                      <a:headEnd type="none" w="med" len="med"/>
                      <a:tailEnd type="none" w="med" len="med"/>
                    </a:lnL>
                    <a:lnR cmpd="sng" algn="ctr" cap="flat" w="9525">
                      <a:solidFill>
                        <a:srgbClr val="BBBBBB"/>
                      </a:solidFill>
                      <a:prstDash val="solid"/>
                      <a:round/>
                      <a:headEnd type="none" w="med" len="med"/>
                      <a:tailEnd type="none" w="med" len="med"/>
                    </a:lnR>
                    <a:lnT cmpd="sng" algn="ctr" cap="flat" w="9525">
                      <a:solidFill>
                        <a:srgbClr val="BBBBBB"/>
                      </a:solidFill>
                      <a:prstDash val="solid"/>
                      <a:round/>
                      <a:headEnd type="none" w="med" len="med"/>
                      <a:tailEnd type="none" w="med" len="med"/>
                    </a:lnT>
                    <a:lnB cmpd="sng" algn="ctr" cap="flat" w="9525">
                      <a:solidFill>
                        <a:srgbClr val="BBBBBB"/>
                      </a:solidFill>
                      <a:prstDash val="solid"/>
                      <a:round/>
                      <a:headEnd type="none" w="med" len="med"/>
                      <a:tailEnd type="none" w="med" len="med"/>
                    </a:lnB>
                    <a:solidFill>
                      <a:srgbClr val="FFFFFF">
                        <a:alpha val="100000"/>
                      </a:srgbClr>
                    </a:solidFill>
                  </a:tcPr>
                </a:tc>
              </a:tr>
              <a:tr h="370840">
                <a:tc>
                  <a:txBody>
                    <a:bodyPr anchor="t" rtlCol="false"/>
                    <a:lstStyle/>
                    <a:p>
                      <a:pPr algn="just" indent="0">
                        <a:lnSpc>
                          <a:spcPct val="100000"/>
                        </a:lnSpc>
                        <a:defRPr/>
                      </a:pPr>
                      <a:r>
                        <a:rPr lang="en-US" b="false" i="false" strike="noStrike" u="none" sz="1600">
                          <a:solidFill>
                            <a:srgbClr val="000000"/>
                          </a:solidFill>
                          <a:latin typeface="Arial"/>
                          <a:ea typeface="Arial"/>
                          <a:cs typeface="Arial"/>
                          <a:sym typeface="Arial"/>
                        </a:rPr>
                        <a:t>显存优化实验</a:t>
                      </a:r>
                      <a:endParaRPr lang="en-US" sz="1100"/>
                    </a:p>
                  </a:txBody>
                  <a:tcPr anchor="t" marL="76200" marR="50800" marT="50800" marB="50800">
                    <a:lnL cmpd="sng" algn="ctr" cap="flat" w="9525">
                      <a:solidFill>
                        <a:srgbClr val="BBBBBB"/>
                      </a:solidFill>
                      <a:prstDash val="solid"/>
                      <a:round/>
                      <a:headEnd type="none" w="med" len="med"/>
                      <a:tailEnd type="none" w="med" len="med"/>
                    </a:lnL>
                    <a:lnR cmpd="sng" algn="ctr" cap="flat" w="9525">
                      <a:solidFill>
                        <a:srgbClr val="BBBBBB"/>
                      </a:solidFill>
                      <a:prstDash val="solid"/>
                      <a:round/>
                      <a:headEnd type="none" w="med" len="med"/>
                      <a:tailEnd type="none" w="med" len="med"/>
                    </a:lnR>
                    <a:lnT cmpd="sng" algn="ctr" cap="flat" w="9525">
                      <a:solidFill>
                        <a:srgbClr val="BBBBBB"/>
                      </a:solidFill>
                      <a:prstDash val="solid"/>
                      <a:round/>
                      <a:headEnd type="none" w="med" len="med"/>
                      <a:tailEnd type="none" w="med" len="med"/>
                    </a:lnT>
                    <a:lnB cmpd="sng" algn="ctr" cap="flat" w="9525">
                      <a:solidFill>
                        <a:srgbClr val="BBBBBB"/>
                      </a:solidFill>
                      <a:prstDash val="solid"/>
                      <a:round/>
                      <a:headEnd type="none" w="med" len="med"/>
                      <a:tailEnd type="none" w="med" len="med"/>
                    </a:lnB>
                    <a:solidFill>
                      <a:srgbClr val="F5F5F5">
                        <a:alpha val="100000"/>
                      </a:srgbClr>
                    </a:solidFill>
                  </a:tcPr>
                </a:tc>
                <a:tc>
                  <a:txBody>
                    <a:bodyPr anchor="t" rtlCol="false"/>
                    <a:lstStyle/>
                    <a:p>
                      <a:pPr algn="just" indent="0">
                        <a:lnSpc>
                          <a:spcPct val="100000"/>
                        </a:lnSpc>
                        <a:defRPr/>
                      </a:pPr>
                      <a:r>
                        <a:rPr lang="en-US" b="false" i="false" strike="noStrike" u="none" sz="1600">
                          <a:solidFill>
                            <a:srgbClr val="000000"/>
                          </a:solidFill>
                          <a:latin typeface="Arial"/>
                          <a:ea typeface="Arial"/>
                          <a:cs typeface="Arial"/>
                          <a:sym typeface="Arial"/>
                        </a:rPr>
                        <a:t>15 分</a:t>
                      </a:r>
                      <a:endParaRPr lang="en-US" sz="1100"/>
                    </a:p>
                  </a:txBody>
                  <a:tcPr anchor="t" marL="76200" marR="50800" marT="50800" marB="50800">
                    <a:lnL cmpd="sng" algn="ctr" cap="flat" w="9525">
                      <a:solidFill>
                        <a:srgbClr val="BBBBBB"/>
                      </a:solidFill>
                      <a:prstDash val="solid"/>
                      <a:round/>
                      <a:headEnd type="none" w="med" len="med"/>
                      <a:tailEnd type="none" w="med" len="med"/>
                    </a:lnL>
                    <a:lnR cmpd="sng" algn="ctr" cap="flat" w="9525">
                      <a:solidFill>
                        <a:srgbClr val="BBBBBB"/>
                      </a:solidFill>
                      <a:prstDash val="solid"/>
                      <a:round/>
                      <a:headEnd type="none" w="med" len="med"/>
                      <a:tailEnd type="none" w="med" len="med"/>
                    </a:lnR>
                    <a:lnT cmpd="sng" algn="ctr" cap="flat" w="9525">
                      <a:solidFill>
                        <a:srgbClr val="BBBBBB"/>
                      </a:solidFill>
                      <a:prstDash val="solid"/>
                      <a:round/>
                      <a:headEnd type="none" w="med" len="med"/>
                      <a:tailEnd type="none" w="med" len="med"/>
                    </a:lnT>
                    <a:lnB cmpd="sng" algn="ctr" cap="flat" w="9525">
                      <a:solidFill>
                        <a:srgbClr val="BBBBBB"/>
                      </a:solidFill>
                      <a:prstDash val="solid"/>
                      <a:round/>
                      <a:headEnd type="none" w="med" len="med"/>
                      <a:tailEnd type="none" w="med" len="med"/>
                    </a:lnB>
                    <a:solidFill>
                      <a:srgbClr val="F5F5F5">
                        <a:alpha val="100000"/>
                      </a:srgbClr>
                    </a:solidFill>
                  </a:tcPr>
                </a:tc>
                <a:tc>
                  <a:txBody>
                    <a:bodyPr anchor="t" rtlCol="false"/>
                    <a:lstStyle/>
                    <a:p>
                      <a:pPr algn="just" indent="0">
                        <a:lnSpc>
                          <a:spcPct val="100000"/>
                        </a:lnSpc>
                        <a:defRPr/>
                      </a:pPr>
                      <a:r>
                        <a:rPr lang="en-US" b="false" i="false" strike="noStrike" u="none" sz="1600">
                          <a:solidFill>
                            <a:srgbClr val="000000"/>
                          </a:solidFill>
                          <a:latin typeface="Arial"/>
                          <a:ea typeface="Arial"/>
                          <a:cs typeface="Arial"/>
                          <a:sym typeface="Arial"/>
                        </a:rPr>
                        <a:t>GC 效果量化，方法论正确</a:t>
                      </a:r>
                      <a:endParaRPr lang="en-US" sz="1100"/>
                    </a:p>
                  </a:txBody>
                  <a:tcPr anchor="t" marL="76200" marR="50800" marT="50800" marB="50800">
                    <a:lnL cmpd="sng" algn="ctr" cap="flat" w="9525">
                      <a:solidFill>
                        <a:srgbClr val="BBBBBB"/>
                      </a:solidFill>
                      <a:prstDash val="solid"/>
                      <a:round/>
                      <a:headEnd type="none" w="med" len="med"/>
                      <a:tailEnd type="none" w="med" len="med"/>
                    </a:lnL>
                    <a:lnR cmpd="sng" algn="ctr" cap="flat" w="9525">
                      <a:solidFill>
                        <a:srgbClr val="BBBBBB"/>
                      </a:solidFill>
                      <a:prstDash val="solid"/>
                      <a:round/>
                      <a:headEnd type="none" w="med" len="med"/>
                      <a:tailEnd type="none" w="med" len="med"/>
                    </a:lnR>
                    <a:lnT cmpd="sng" algn="ctr" cap="flat" w="9525">
                      <a:solidFill>
                        <a:srgbClr val="BBBBBB"/>
                      </a:solidFill>
                      <a:prstDash val="solid"/>
                      <a:round/>
                      <a:headEnd type="none" w="med" len="med"/>
                      <a:tailEnd type="none" w="med" len="med"/>
                    </a:lnT>
                    <a:lnB cmpd="sng" algn="ctr" cap="flat" w="9525">
                      <a:solidFill>
                        <a:srgbClr val="BBBBBB"/>
                      </a:solidFill>
                      <a:prstDash val="solid"/>
                      <a:round/>
                      <a:headEnd type="none" w="med" len="med"/>
                      <a:tailEnd type="none" w="med" len="med"/>
                    </a:lnB>
                    <a:solidFill>
                      <a:srgbClr val="F5F5F5">
                        <a:alpha val="100000"/>
                      </a:srgbClr>
                    </a:solidFill>
                  </a:tcPr>
                </a:tc>
              </a:tr>
              <a:tr h="370840">
                <a:tc>
                  <a:txBody>
                    <a:bodyPr anchor="t" rtlCol="false"/>
                    <a:lstStyle/>
                    <a:p>
                      <a:pPr algn="just" indent="0">
                        <a:lnSpc>
                          <a:spcPct val="100000"/>
                        </a:lnSpc>
                        <a:defRPr/>
                      </a:pPr>
                      <a:r>
                        <a:rPr lang="en-US" b="false" i="false" strike="noStrike" u="none" sz="1600">
                          <a:solidFill>
                            <a:srgbClr val="000000"/>
                          </a:solidFill>
                          <a:latin typeface="Arial"/>
                          <a:ea typeface="Arial"/>
                          <a:cs typeface="Arial"/>
                          <a:sym typeface="Arial"/>
                        </a:rPr>
                        <a:t>报告质量</a:t>
                      </a:r>
                      <a:endParaRPr lang="en-US" sz="1100"/>
                    </a:p>
                  </a:txBody>
                  <a:tcPr anchor="t" marL="76200" marR="50800" marT="50800" marB="50800">
                    <a:lnL cmpd="sng" algn="ctr" cap="flat" w="9525">
                      <a:solidFill>
                        <a:srgbClr val="BBBBBB"/>
                      </a:solidFill>
                      <a:prstDash val="solid"/>
                      <a:round/>
                      <a:headEnd type="none" w="med" len="med"/>
                      <a:tailEnd type="none" w="med" len="med"/>
                    </a:lnL>
                    <a:lnR cmpd="sng" algn="ctr" cap="flat" w="9525">
                      <a:solidFill>
                        <a:srgbClr val="BBBBBB"/>
                      </a:solidFill>
                      <a:prstDash val="solid"/>
                      <a:round/>
                      <a:headEnd type="none" w="med" len="med"/>
                      <a:tailEnd type="none" w="med" len="med"/>
                    </a:lnR>
                    <a:lnT cmpd="sng" algn="ctr" cap="flat" w="9525">
                      <a:solidFill>
                        <a:srgbClr val="BBBBBB"/>
                      </a:solidFill>
                      <a:prstDash val="solid"/>
                      <a:round/>
                      <a:headEnd type="none" w="med" len="med"/>
                      <a:tailEnd type="none" w="med" len="med"/>
                    </a:lnT>
                    <a:lnB cmpd="sng" algn="ctr" cap="flat" w="9525">
                      <a:solidFill>
                        <a:srgbClr val="BBBBBB"/>
                      </a:solidFill>
                      <a:prstDash val="solid"/>
                      <a:round/>
                      <a:headEnd type="none" w="med" len="med"/>
                      <a:tailEnd type="none" w="med" len="med"/>
                    </a:lnB>
                    <a:solidFill>
                      <a:srgbClr val="FFFFFF">
                        <a:alpha val="100000"/>
                      </a:srgbClr>
                    </a:solidFill>
                  </a:tcPr>
                </a:tc>
                <a:tc>
                  <a:txBody>
                    <a:bodyPr anchor="t" rtlCol="false"/>
                    <a:lstStyle/>
                    <a:p>
                      <a:pPr algn="just" indent="0">
                        <a:lnSpc>
                          <a:spcPct val="100000"/>
                        </a:lnSpc>
                        <a:defRPr/>
                      </a:pPr>
                      <a:r>
                        <a:rPr lang="en-US" b="false" i="false" strike="noStrike" u="none" sz="1600">
                          <a:solidFill>
                            <a:srgbClr val="000000"/>
                          </a:solidFill>
                          <a:latin typeface="Arial"/>
                          <a:ea typeface="Arial"/>
                          <a:cs typeface="Arial"/>
                          <a:sym typeface="Arial"/>
                        </a:rPr>
                        <a:t>10 分</a:t>
                      </a:r>
                      <a:endParaRPr lang="en-US" sz="1100"/>
                    </a:p>
                  </a:txBody>
                  <a:tcPr anchor="t" marL="76200" marR="50800" marT="50800" marB="50800">
                    <a:lnL cmpd="sng" algn="ctr" cap="flat" w="9525">
                      <a:solidFill>
                        <a:srgbClr val="BBBBBB"/>
                      </a:solidFill>
                      <a:prstDash val="solid"/>
                      <a:round/>
                      <a:headEnd type="none" w="med" len="med"/>
                      <a:tailEnd type="none" w="med" len="med"/>
                    </a:lnL>
                    <a:lnR cmpd="sng" algn="ctr" cap="flat" w="9525">
                      <a:solidFill>
                        <a:srgbClr val="BBBBBB"/>
                      </a:solidFill>
                      <a:prstDash val="solid"/>
                      <a:round/>
                      <a:headEnd type="none" w="med" len="med"/>
                      <a:tailEnd type="none" w="med" len="med"/>
                    </a:lnR>
                    <a:lnT cmpd="sng" algn="ctr" cap="flat" w="9525">
                      <a:solidFill>
                        <a:srgbClr val="BBBBBB"/>
                      </a:solidFill>
                      <a:prstDash val="solid"/>
                      <a:round/>
                      <a:headEnd type="none" w="med" len="med"/>
                      <a:tailEnd type="none" w="med" len="med"/>
                    </a:lnT>
                    <a:lnB cmpd="sng" algn="ctr" cap="flat" w="9525">
                      <a:solidFill>
                        <a:srgbClr val="BBBBBB"/>
                      </a:solidFill>
                      <a:prstDash val="solid"/>
                      <a:round/>
                      <a:headEnd type="none" w="med" len="med"/>
                      <a:tailEnd type="none" w="med" len="med"/>
                    </a:lnB>
                    <a:solidFill>
                      <a:srgbClr val="FFFFFF">
                        <a:alpha val="100000"/>
                      </a:srgbClr>
                    </a:solidFill>
                  </a:tcPr>
                </a:tc>
                <a:tc>
                  <a:txBody>
                    <a:bodyPr anchor="t" rtlCol="false"/>
                    <a:lstStyle/>
                    <a:p>
                      <a:pPr algn="just" indent="0">
                        <a:lnSpc>
                          <a:spcPct val="100000"/>
                        </a:lnSpc>
                        <a:defRPr/>
                      </a:pPr>
                      <a:r>
                        <a:rPr lang="en-US" b="false" i="false" strike="noStrike" u="none" sz="1600">
                          <a:solidFill>
                            <a:srgbClr val="000000"/>
                          </a:solidFill>
                          <a:latin typeface="Arial"/>
                          <a:ea typeface="Arial"/>
                          <a:cs typeface="Arial"/>
                          <a:sym typeface="Arial"/>
                        </a:rPr>
                        <a:t>图表清晰，结论有据</a:t>
                      </a:r>
                      <a:endParaRPr lang="en-US" sz="1100"/>
                    </a:p>
                  </a:txBody>
                  <a:tcPr anchor="t" marL="76200" marR="50800" marT="50800" marB="50800">
                    <a:lnL cmpd="sng" algn="ctr" cap="flat" w="9525">
                      <a:solidFill>
                        <a:srgbClr val="BBBBBB"/>
                      </a:solidFill>
                      <a:prstDash val="solid"/>
                      <a:round/>
                      <a:headEnd type="none" w="med" len="med"/>
                      <a:tailEnd type="none" w="med" len="med"/>
                    </a:lnL>
                    <a:lnR cmpd="sng" algn="ctr" cap="flat" w="9525">
                      <a:solidFill>
                        <a:srgbClr val="BBBBBB"/>
                      </a:solidFill>
                      <a:prstDash val="solid"/>
                      <a:round/>
                      <a:headEnd type="none" w="med" len="med"/>
                      <a:tailEnd type="none" w="med" len="med"/>
                    </a:lnR>
                    <a:lnT cmpd="sng" algn="ctr" cap="flat" w="9525">
                      <a:solidFill>
                        <a:srgbClr val="BBBBBB"/>
                      </a:solidFill>
                      <a:prstDash val="solid"/>
                      <a:round/>
                      <a:headEnd type="none" w="med" len="med"/>
                      <a:tailEnd type="none" w="med" len="med"/>
                    </a:lnT>
                    <a:lnB cmpd="sng" algn="ctr" cap="flat" w="9525">
                      <a:solidFill>
                        <a:srgbClr val="BBBBBB"/>
                      </a:solidFill>
                      <a:prstDash val="solid"/>
                      <a:round/>
                      <a:headEnd type="none" w="med" len="med"/>
                      <a:tailEnd type="none" w="med" len="med"/>
                    </a:lnB>
                    <a:solidFill>
                      <a:srgbClr val="FFFFFF">
                        <a:alpha val="100000"/>
                      </a:srgbClr>
                    </a:solidFill>
                  </a:tcPr>
                </a:tc>
              </a:tr>
            </a:tbl>
          </a:graphicData>
        </a:graphic>
      </p:graphicFrame>
    </p:spTree>
  </p:cSld>
  <p:clrMapOvr>
    <a:masterClrMapping/>
  </p:clrMapOvr>
  <p:transition main:dur="1000">
    <p:fade thruBlk="false"/>
  </p:transition>
</p:sld>
</file>

<file path=ppt/slides/slide8.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解决方案：</a:t>
            </a:r>
            <a:r>
              <a:rPr lang="en-US" b="false" i="false" strike="noStrike" u="none" sz="3600">
                <a:solidFill>
                  <a:srgbClr val="262626"/>
                </a:solidFill>
                <a:latin typeface="Calibri"/>
                <a:ea typeface="Calibri"/>
                <a:cs typeface="Calibri"/>
                <a:sym typeface="Calibri"/>
              </a:rPr>
              <a:t> FlagOS</a:t>
            </a:r>
            <a:r>
              <a:rPr lang="en-US" b="false" i="false" strike="noStrike" u="none" sz="3600">
                <a:solidFill>
                  <a:srgbClr val="262626"/>
                </a:solidFill>
                <a:latin typeface="微软雅黑"/>
                <a:ea typeface="微软雅黑"/>
                <a:cs typeface="微软雅黑"/>
                <a:sym typeface="微软雅黑"/>
              </a:rPr>
              <a:t>，</a:t>
            </a:r>
            <a:r>
              <a:rPr lang="en-US" b="false" i="false" strike="noStrike" u="none" sz="3600">
                <a:solidFill>
                  <a:srgbClr val="262626"/>
                </a:solidFill>
                <a:latin typeface="Calibri"/>
                <a:ea typeface="Calibri"/>
                <a:cs typeface="Calibri"/>
                <a:sym typeface="Calibri"/>
              </a:rPr>
              <a:t> </a:t>
            </a:r>
            <a:r>
              <a:rPr lang="en-US" b="false" i="false" strike="noStrike" u="none" sz="3600">
                <a:solidFill>
                  <a:srgbClr val="262626"/>
                </a:solidFill>
                <a:latin typeface="微软雅黑"/>
                <a:ea typeface="微软雅黑"/>
                <a:cs typeface="微软雅黑"/>
                <a:sym typeface="微软雅黑"/>
              </a:rPr>
              <a:t>统一</a:t>
            </a:r>
            <a:r>
              <a:rPr lang="en-US" b="false" i="false" strike="noStrike" u="none" sz="3600">
                <a:solidFill>
                  <a:srgbClr val="262626"/>
                </a:solidFill>
                <a:latin typeface="Calibri"/>
                <a:ea typeface="Calibri"/>
                <a:cs typeface="Calibri"/>
                <a:sym typeface="Calibri"/>
              </a:rPr>
              <a:t>AI</a:t>
            </a:r>
            <a:r>
              <a:rPr lang="en-US" b="false" i="false" strike="noStrike" u="none" sz="3600">
                <a:solidFill>
                  <a:srgbClr val="262626"/>
                </a:solidFill>
                <a:latin typeface="微软雅黑"/>
                <a:ea typeface="微软雅黑"/>
                <a:cs typeface="微软雅黑"/>
                <a:sym typeface="微软雅黑"/>
              </a:rPr>
              <a:t>系统软件栈</a:t>
            </a:r>
          </a:p>
        </p:txBody>
      </p:sp>
      <p:sp>
        <p:nvSpPr>
          <p:cNvPr name="AutoShape 3" id="3"/>
          <p:cNvSpPr/>
          <p:nvPr>
            <p:ph idx="7" type="body" sz="quarter"/>
          </p:nvPr>
        </p:nvSpPr>
        <p:spPr>
          <a:xfrm rot="0" flipH="false" flipV="false">
            <a:off x="724535" y="6356350"/>
            <a:ext cx="11076940" cy="365125"/>
          </a:xfrm>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pic>
        <p:nvPicPr>
          <p:cNvPr name="Picture 4" id="4"/>
          <p:cNvPicPr>
            <a:picLocks noChangeAspect="true"/>
          </p:cNvPicPr>
          <p:nvPr>
            <p:ph idx="9" type="body" sz="quarter"/>
          </p:nvPr>
        </p:nvPicPr>
        <p:blipFill>
          <a:blip r:embed="rId2"/>
          <a:srcRect l="3" r="3" t="0" b="0"/>
          <a:stretch>
            <a:fillRect/>
          </a:stretch>
        </p:blipFill>
        <p:spPr>
          <a:xfrm rot="0" flipH="false" flipV="false">
            <a:off x="741493" y="1256030"/>
            <a:ext cx="9408534" cy="4852988"/>
          </a:xfrm>
          <a:prstGeom prst="rect">
            <a:avLst/>
          </a:prstGeom>
        </p:spPr>
      </p:pic>
    </p:spTree>
  </p:cSld>
  <p:clrMapOvr>
    <a:masterClrMapping/>
  </p:clrMapOvr>
  <p:transition main:dur="1000">
    <p:fade thruBlk="false"/>
  </p:transition>
</p:sld>
</file>

<file path=ppt/slides/slide9.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nvSpPr>
        <p:spPr>
          <a:xfrm rot="0" flipH="false" flipV="false">
            <a:off x="895351" y="1861819"/>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3" id="3"/>
          <p:cNvSpPr/>
          <p:nvPr/>
        </p:nvSpPr>
        <p:spPr>
          <a:xfrm rot="0" flipH="false" flipV="false">
            <a:off x="4400231" y="1861819"/>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4" id="4"/>
          <p:cNvSpPr/>
          <p:nvPr/>
        </p:nvSpPr>
        <p:spPr>
          <a:xfrm rot="0" flipH="false" flipV="false">
            <a:off x="7905111" y="1861819"/>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5" id="5"/>
          <p:cNvSpPr/>
          <p:nvPr/>
        </p:nvSpPr>
        <p:spPr>
          <a:xfrm rot="0" flipH="false" flipV="false">
            <a:off x="895351" y="3755727"/>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6" id="6"/>
          <p:cNvSpPr/>
          <p:nvPr/>
        </p:nvSpPr>
        <p:spPr>
          <a:xfrm rot="0" flipH="false" flipV="false">
            <a:off x="4400231" y="3755727"/>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7" id="7"/>
          <p:cNvSpPr/>
          <p:nvPr/>
        </p:nvSpPr>
        <p:spPr>
          <a:xfrm rot="0" flipH="false" flipV="false">
            <a:off x="7905111" y="3755727"/>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8" id="8"/>
          <p:cNvSpPr/>
          <p:nvPr/>
        </p:nvSpPr>
        <p:spPr>
          <a:xfrm rot="0" flipH="false" flipV="false">
            <a:off x="2298364" y="1689569"/>
            <a:ext cx="356915" cy="356915"/>
          </a:xfrm>
          <a:prstGeom prst="ellipse">
            <a:avLst/>
          </a:prstGeom>
          <a:blipFill rotWithShape="true">
            <a:blip r:embed="rId2"/>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9" id="9"/>
          <p:cNvSpPr/>
          <p:nvPr/>
        </p:nvSpPr>
        <p:spPr>
          <a:xfrm rot="0" flipH="false" flipV="false">
            <a:off x="5803244" y="1689569"/>
            <a:ext cx="356915" cy="356915"/>
          </a:xfrm>
          <a:prstGeom prst="ellipse">
            <a:avLst/>
          </a:prstGeom>
          <a:blipFill rotWithShape="true">
            <a:blip r:embed="rId3"/>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0" id="10"/>
          <p:cNvSpPr/>
          <p:nvPr/>
        </p:nvSpPr>
        <p:spPr>
          <a:xfrm rot="0" flipH="false" flipV="false">
            <a:off x="9308124" y="1689569"/>
            <a:ext cx="356915" cy="356915"/>
          </a:xfrm>
          <a:prstGeom prst="ellipse">
            <a:avLst/>
          </a:prstGeom>
          <a:blipFill rotWithShape="true">
            <a:blip r:embed="rId4"/>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1" id="11"/>
          <p:cNvSpPr/>
          <p:nvPr/>
        </p:nvSpPr>
        <p:spPr>
          <a:xfrm rot="0" flipH="false" flipV="false">
            <a:off x="2298364" y="3577269"/>
            <a:ext cx="356915" cy="356915"/>
          </a:xfrm>
          <a:prstGeom prst="ellipse">
            <a:avLst/>
          </a:prstGeom>
          <a:blipFill rotWithShape="true">
            <a:blip r:embed="rId5"/>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2" id="12"/>
          <p:cNvSpPr/>
          <p:nvPr/>
        </p:nvSpPr>
        <p:spPr>
          <a:xfrm rot="0" flipH="false" flipV="false">
            <a:off x="5803244" y="3577269"/>
            <a:ext cx="356915" cy="356915"/>
          </a:xfrm>
          <a:prstGeom prst="ellipse">
            <a:avLst/>
          </a:prstGeom>
          <a:blipFill rotWithShape="true">
            <a:blip r:embed="rId6"/>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3" id="13"/>
          <p:cNvSpPr/>
          <p:nvPr/>
        </p:nvSpPr>
        <p:spPr>
          <a:xfrm rot="0" flipH="false" flipV="false">
            <a:off x="9308124" y="3577269"/>
            <a:ext cx="356915" cy="356915"/>
          </a:xfrm>
          <a:prstGeom prst="ellipse">
            <a:avLst/>
          </a:prstGeom>
          <a:blipFill rotWithShape="true">
            <a:blip r:embed="rId7"/>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4" id="14"/>
          <p:cNvSpPr/>
          <p:nvPr/>
        </p:nvSpPr>
        <p:spPr>
          <a:xfrm rot="0" flipH="false" flipV="false">
            <a:off x="1219842" y="2517904"/>
            <a:ext cx="2513958" cy="766445"/>
          </a:xfrm>
          <a:prstGeom prst="rect">
            <a:avLst/>
          </a:prstGeom>
          <a:noFill/>
          <a:ln w="12700">
            <a:noFill/>
            <a:prstDash val="solid"/>
          </a:ln>
        </p:spPr>
        <p:txBody>
          <a:bodyPr anchor="t" rtlCol="false" vert="horz" wrap="square" lIns="0" rIns="0" tIns="14400" bIns="14400">
            <a:spAutoFit/>
          </a:bodyPr>
          <a:lstStyle/>
          <a:p>
            <a:pPr algn="l" indent="0">
              <a:lnSpc>
                <a:spcPct val="150000"/>
              </a:lnSpc>
              <a:defRPr/>
            </a:pPr>
            <a:r>
              <a:rPr lang="en-US" b="false" i="false" strike="noStrike" u="none" sz="1600">
                <a:solidFill>
                  <a:srgbClr val="767171"/>
                </a:solidFill>
                <a:latin typeface="Arial"/>
                <a:ea typeface="Arial"/>
                <a:cs typeface="Arial"/>
                <a:sym typeface="Arial"/>
                <a:hlinkClick r:id="rId8" tooltip="https://github.com/flagos-ai">
                  <a:extLst>
                    <a:ext uri="{A12FA001-AC4F-418D-AE19-62706E023703}">
                      <ahyp:hlinkClr xmlns:ahyp="http://schemas.microsoft.com/office/drawing/2018/hyperlinkcolor" val="tx"/>
                    </a:ext>
                  </a:extLst>
                </a:hlinkClick>
              </a:rPr>
              <a:t>https://github.com/flagos-ai</a:t>
            </a:r>
            <a:endParaRPr lang="en-US" sz="1100"/>
          </a:p>
          <a:p>
            <a:pPr algn="l" indent="0">
              <a:lnSpc>
                <a:spcPct val="150000"/>
              </a:lnSpc>
            </a:pPr>
            <a:r>
              <a:rPr lang="en-US" b="false" i="false" strike="noStrike" u="none" sz="1600">
                <a:solidFill>
                  <a:srgbClr val="767171"/>
                </a:solidFill>
                <a:latin typeface="Arial"/>
                <a:ea typeface="Arial"/>
                <a:cs typeface="Arial"/>
                <a:sym typeface="Arial"/>
              </a:rPr>
              <a:t> </a:t>
            </a:r>
          </a:p>
        </p:txBody>
      </p:sp>
      <p:sp>
        <p:nvSpPr>
          <p:cNvPr name="AutoShape 15" id="15"/>
          <p:cNvSpPr/>
          <p:nvPr/>
        </p:nvSpPr>
        <p:spPr>
          <a:xfrm rot="0" flipH="false" flipV="false">
            <a:off x="8015605" y="2341245"/>
            <a:ext cx="2882265" cy="766445"/>
          </a:xfrm>
          <a:prstGeom prst="rect">
            <a:avLst/>
          </a:prstGeom>
          <a:noFill/>
          <a:ln w="12700">
            <a:noFill/>
            <a:prstDash val="solid"/>
          </a:ln>
        </p:spPr>
        <p:txBody>
          <a:bodyPr anchor="t" rtlCol="false" vert="horz" wrap="square" lIns="0" rIns="0" tIns="14400" bIns="14400">
            <a:spAutoFit/>
          </a:bodyPr>
          <a:lstStyle/>
          <a:p>
            <a:pPr algn="l" indent="0">
              <a:lnSpc>
                <a:spcPct val="150000"/>
              </a:lnSpc>
              <a:defRPr/>
            </a:pPr>
            <a:r>
              <a:rPr lang="en-US" b="false" i="false" strike="noStrike" u="none" sz="1600">
                <a:solidFill>
                  <a:srgbClr val="767171"/>
                </a:solidFill>
                <a:latin typeface="Arial"/>
                <a:ea typeface="Arial"/>
                <a:cs typeface="Arial"/>
                <a:sym typeface="Arial"/>
                <a:hlinkClick r:id="rId9" tooltip="https://space.bilibili.com/3546791834290849">
                  <a:extLst>
                    <a:ext uri="{A12FA001-AC4F-418D-AE19-62706E023703}">
                      <ahyp:hlinkClr xmlns:ahyp="http://schemas.microsoft.com/office/drawing/2018/hyperlinkcolor" val="tx"/>
                    </a:ext>
                  </a:extLst>
                </a:hlinkClick>
              </a:rPr>
              <a:t>https://space.bilibili.com/3546791834290849</a:t>
            </a:r>
            <a:endParaRPr lang="en-US" sz="1100"/>
          </a:p>
        </p:txBody>
      </p:sp>
      <p:sp>
        <p:nvSpPr>
          <p:cNvPr name="AutoShape 16" id="16"/>
          <p:cNvSpPr/>
          <p:nvPr/>
        </p:nvSpPr>
        <p:spPr>
          <a:xfrm rot="0" flipH="false" flipV="false">
            <a:off x="1219842" y="4403854"/>
            <a:ext cx="2513958" cy="766445"/>
          </a:xfrm>
          <a:prstGeom prst="rect">
            <a:avLst/>
          </a:prstGeom>
          <a:noFill/>
          <a:ln w="12700">
            <a:noFill/>
            <a:prstDash val="solid"/>
          </a:ln>
        </p:spPr>
        <p:txBody>
          <a:bodyPr anchor="t" rtlCol="false" vert="horz" wrap="square" lIns="0" rIns="0" tIns="14400" bIns="14400">
            <a:spAutoFit/>
          </a:bodyPr>
          <a:lstStyle/>
          <a:p>
            <a:pPr algn="l" indent="0">
              <a:lnSpc>
                <a:spcPct val="150000"/>
              </a:lnSpc>
              <a:defRPr/>
            </a:pPr>
            <a:r>
              <a:rPr lang="en-US" b="false" i="false" strike="noStrike" u="none" sz="1600">
                <a:solidFill>
                  <a:srgbClr val="767171"/>
                </a:solidFill>
                <a:latin typeface="Arial"/>
                <a:ea typeface="Arial"/>
                <a:cs typeface="Arial"/>
                <a:sym typeface="Arial"/>
                <a:hlinkClick r:id="rId10" tooltip="https://www.zhihu.com/people/95-22-20-18/posts">
                  <a:extLst>
                    <a:ext uri="{A12FA001-AC4F-418D-AE19-62706E023703}">
                      <ahyp:hlinkClr xmlns:ahyp="http://schemas.microsoft.com/office/drawing/2018/hyperlinkcolor" val="tx"/>
                    </a:ext>
                  </a:extLst>
                </a:hlinkClick>
              </a:rPr>
              <a:t>https://www.zhihu.com/people/95-22-20-18/posts</a:t>
            </a:r>
            <a:endParaRPr lang="en-US" sz="1100"/>
          </a:p>
        </p:txBody>
      </p:sp>
      <p:sp>
        <p:nvSpPr>
          <p:cNvPr name="AutoShape 17" id="17"/>
          <p:cNvSpPr/>
          <p:nvPr/>
        </p:nvSpPr>
        <p:spPr>
          <a:xfrm rot="0" flipH="false" flipV="false">
            <a:off x="4724722" y="4403854"/>
            <a:ext cx="2513958" cy="396875"/>
          </a:xfrm>
          <a:prstGeom prst="rect">
            <a:avLst/>
          </a:prstGeom>
          <a:noFill/>
          <a:ln w="12700">
            <a:noFill/>
            <a:prstDash val="solid"/>
          </a:ln>
        </p:spPr>
        <p:txBody>
          <a:bodyPr anchor="t" rtlCol="false" vert="horz" wrap="square" lIns="0" rIns="0" tIns="14400" bIns="14400">
            <a:spAutoFit/>
          </a:bodyPr>
          <a:lstStyle/>
          <a:p>
            <a:pPr algn="l" indent="0">
              <a:lnSpc>
                <a:spcPct val="150000"/>
              </a:lnSpc>
              <a:defRPr/>
            </a:pPr>
            <a:r>
              <a:rPr lang="en-US" b="false" i="false" strike="noStrike" u="none" sz="1600">
                <a:solidFill>
                  <a:srgbClr val="767171"/>
                </a:solidFill>
                <a:latin typeface="Arial"/>
                <a:ea typeface="Arial"/>
                <a:cs typeface="Arial"/>
                <a:sym typeface="Arial"/>
                <a:hlinkClick r:id="rId11" tooltip="https://flagos.io/Home">
                  <a:extLst>
                    <a:ext uri="{A12FA001-AC4F-418D-AE19-62706E023703}">
                      <ahyp:hlinkClr xmlns:ahyp="http://schemas.microsoft.com/office/drawing/2018/hyperlinkcolor" val="tx"/>
                    </a:ext>
                  </a:extLst>
                </a:hlinkClick>
              </a:rPr>
              <a:t>https://flagos.io/Home</a:t>
            </a:r>
            <a:endParaRPr lang="en-US" sz="1100"/>
          </a:p>
        </p:txBody>
      </p:sp>
      <p:pic>
        <p:nvPicPr>
          <p:cNvPr name="Picture 18" id="18"/>
          <p:cNvPicPr>
            <a:picLocks noChangeAspect="true"/>
          </p:cNvPicPr>
          <p:nvPr/>
        </p:nvPicPr>
        <p:blipFill>
          <a:blip r:embed="rId12"/>
          <a:srcRect l="0" r="0" t="0" b="0"/>
          <a:stretch>
            <a:fillRect/>
          </a:stretch>
        </p:blipFill>
        <p:spPr>
          <a:xfrm rot="0" flipH="false" flipV="false">
            <a:off x="5408930" y="2046605"/>
            <a:ext cx="1255395" cy="1255395"/>
          </a:xfrm>
          <a:prstGeom prst="rect">
            <a:avLst/>
          </a:prstGeom>
          <a:ln w="12700">
            <a:noFill/>
            <a:prstDash val="solid"/>
          </a:ln>
        </p:spPr>
      </p:pic>
      <p:pic>
        <p:nvPicPr>
          <p:cNvPr name="Picture 19" id="19"/>
          <p:cNvPicPr>
            <a:picLocks noChangeAspect="true"/>
          </p:cNvPicPr>
          <p:nvPr/>
        </p:nvPicPr>
        <p:blipFill>
          <a:blip r:embed="rId13"/>
          <a:srcRect l="0" r="0" t="0" b="0"/>
          <a:stretch>
            <a:fillRect/>
          </a:stretch>
        </p:blipFill>
        <p:spPr>
          <a:xfrm rot="0" flipH="false" flipV="false">
            <a:off x="8903970" y="3953510"/>
            <a:ext cx="1299210" cy="1308735"/>
          </a:xfrm>
          <a:prstGeom prst="rect">
            <a:avLst/>
          </a:prstGeom>
          <a:ln w="12700">
            <a:noFill/>
            <a:prstDash val="solid"/>
          </a:ln>
        </p:spPr>
      </p:pic>
    </p:spTree>
  </p:cSld>
  <p:clrMapOvr>
    <a:masterClrMapping/>
  </p:clrMapOvr>
  <p:transition main:dur="1000">
    <p:fade thruBlk="false"/>
  </p:transition>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ph idx="27" type="pic" sz="quarter"/>
          </p:nvPr>
        </p:nvPicPr>
        <p:blipFill>
          <a:blip r:embed="rId2"/>
          <a:srcRect l="2306" r="2305" t="0" b="0"/>
          <a:stretch>
            <a:fillRect/>
          </a:stretch>
        </p:blipFill>
        <p:spPr>
          <a:xfrm rot="0" flipH="false" flipV="false">
            <a:off x="0" y="1"/>
            <a:ext cx="12192000" cy="6858000"/>
          </a:xfrm>
          <a:prstGeom prst="rect">
            <a:avLst/>
          </a:prstGeom>
        </p:spPr>
      </p:pic>
      <p:sp>
        <p:nvSpPr>
          <p:cNvPr name="AutoShape 3" id="3"/>
          <p:cNvSpPr/>
          <p:nvPr>
            <p:ph idx="28" type="body" sz="quarter" hasCustomPrompt="true"/>
          </p:nvPr>
        </p:nvSpPr>
        <p:spPr>
          <a:xfrm rot="0" flipH="false" flipV="false">
            <a:off x="6069661" y="2424583"/>
            <a:ext cx="4670511" cy="2664541"/>
          </a:xfrm>
          <a:prstGeom prst="rect">
            <a:avLst/>
          </a:prstGeom>
        </p:spPr>
        <p:txBody>
          <a:bodyPr anchor="ctr" wrap="square" lIns="91440" rIns="91440" tIns="45720" bIns="45720">
            <a:noAutofit/>
          </a:bodyPr>
          <a:lstStyle>
            <a:lvl1pPr algn="ctr">
              <a:lnSpc>
                <a:spcPct val="91666"/>
              </a:lnSpc>
              <a:defRPr sz="4400" b="false" i="false" u="none" strike="noStrike" spc="0">
                <a:solidFill>
                  <a:srgbClr val="44546A">
                    <a:alpha val="100000"/>
                  </a:srgbClr>
                </a:solidFill>
                <a:latin typeface="微软雅黑"/>
              </a:defRPr>
            </a:lvl1pPr>
          </a:lstStyle>
          <a:p>
            <a:pPr algn="ctr" indent="0">
              <a:lnSpc>
                <a:spcPct val="91666"/>
              </a:lnSpc>
            </a:pPr>
            <a:r>
              <a:rPr lang="en-US" b="false" i="false" strike="noStrike" u="none" sz="4400">
                <a:solidFill>
                  <a:srgbClr val="44546A"/>
                </a:solidFill>
                <a:latin typeface="微软雅黑"/>
                <a:ea typeface="微软雅黑"/>
                <a:cs typeface="微软雅黑"/>
                <a:sym typeface="微软雅黑"/>
              </a:rPr>
              <a:t>感谢观看！</a:t>
            </a:r>
          </a:p>
        </p:txBody>
      </p:sp>
      <p:grpSp>
        <p:nvGrpSpPr>
          <p:cNvPr name="Group 4" id="4"/>
          <p:cNvGrpSpPr/>
          <p:nvPr/>
        </p:nvGrpSpPr>
        <p:grpSpPr>
          <a:xfrm>
            <a:off x="9247450" y="217531"/>
            <a:ext cx="2580450" cy="547850"/>
            <a:chOff x="9247450" y="217531"/>
            <a:chExt cx="2580450" cy="547850"/>
          </a:xfrm>
        </p:grpSpPr>
        <p:pic>
          <p:nvPicPr>
            <p:cNvPr name="Picture 5" id="5"/>
            <p:cNvPicPr>
              <a:picLocks noChangeAspect="true"/>
            </p:cNvPicPr>
            <p:nvPr/>
          </p:nvPicPr>
          <p:blipFill>
            <a:blip r:embed="rId3"/>
            <a:srcRect l="0" r="0" t="0" b="0"/>
            <a:stretch>
              <a:fillRect/>
            </a:stretch>
          </p:blipFill>
          <p:spPr>
            <a:xfrm rot="0" flipH="false" flipV="false">
              <a:off x="9247450" y="319584"/>
              <a:ext cx="1096400" cy="336123"/>
            </a:xfrm>
            <a:prstGeom prst="rect">
              <a:avLst/>
            </a:prstGeom>
            <a:ln w="12700">
              <a:noFill/>
              <a:prstDash val="solid"/>
            </a:ln>
          </p:spPr>
        </p:pic>
        <p:pic>
          <p:nvPicPr>
            <p:cNvPr name="Picture 6" id="6"/>
            <p:cNvPicPr>
              <a:picLocks noChangeAspect="true"/>
            </p:cNvPicPr>
            <p:nvPr/>
          </p:nvPicPr>
          <p:blipFill>
            <a:blip r:embed="rId4"/>
            <a:srcRect l="13229" r="10431" t="29811" b="29796"/>
            <a:stretch>
              <a:fillRect/>
            </a:stretch>
          </p:blipFill>
          <p:spPr>
            <a:xfrm rot="0" flipH="false" flipV="false">
              <a:off x="10553199" y="217531"/>
              <a:ext cx="1274701" cy="547850"/>
            </a:xfrm>
            <a:prstGeom prst="rect">
              <a:avLst/>
            </a:prstGeom>
            <a:ln w="12700">
              <a:noFill/>
              <a:prstDash val="solid"/>
            </a:ln>
          </p:spPr>
        </p:pic>
      </p:grpSp>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母版">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